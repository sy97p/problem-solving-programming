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434" r:id="rId2"/>
    <p:sldId id="429" r:id="rId3"/>
    <p:sldId id="430" r:id="rId4"/>
    <p:sldId id="431" r:id="rId5"/>
    <p:sldId id="424" r:id="rId6"/>
    <p:sldId id="425" r:id="rId7"/>
    <p:sldId id="426" r:id="rId8"/>
    <p:sldId id="427" r:id="rId9"/>
    <p:sldId id="428" r:id="rId10"/>
    <p:sldId id="412" r:id="rId11"/>
    <p:sldId id="413" r:id="rId12"/>
    <p:sldId id="435" r:id="rId13"/>
    <p:sldId id="414" r:id="rId14"/>
    <p:sldId id="415" r:id="rId15"/>
    <p:sldId id="416" r:id="rId16"/>
    <p:sldId id="417" r:id="rId17"/>
    <p:sldId id="418" r:id="rId18"/>
    <p:sldId id="419" r:id="rId19"/>
    <p:sldId id="420" r:id="rId20"/>
    <p:sldId id="421" r:id="rId21"/>
    <p:sldId id="422" r:id="rId22"/>
    <p:sldId id="423" r:id="rId23"/>
  </p:sldIdLst>
  <p:sldSz cx="9144000" cy="6858000" type="screen4x3"/>
  <p:notesSz cx="6858000" cy="95742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5pPr>
    <a:lvl6pPr marL="22860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6pPr>
    <a:lvl7pPr marL="27432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7pPr>
    <a:lvl8pPr marL="32004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8pPr>
    <a:lvl9pPr marL="36576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51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7ACCB7"/>
    <a:srgbClr val="7BB0E5"/>
    <a:srgbClr val="0066FF"/>
    <a:srgbClr val="89B2DB"/>
    <a:srgbClr val="3D81C5"/>
    <a:srgbClr val="B4B4B4"/>
    <a:srgbClr val="8FB6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29" autoAdjust="0"/>
    <p:restoredTop sz="94003" autoAdjust="0"/>
  </p:normalViewPr>
  <p:slideViewPr>
    <p:cSldViewPr>
      <p:cViewPr varScale="1">
        <p:scale>
          <a:sx n="123" d="100"/>
          <a:sy n="123" d="100"/>
        </p:scale>
        <p:origin x="1344" y="108"/>
      </p:cViewPr>
      <p:guideLst>
        <p:guide orient="horz" pos="2160"/>
        <p:guide pos="51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D2C0A8F9-D868-4AAD-9DD5-4BFC86FA08E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55476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38225" y="719138"/>
            <a:ext cx="4783138" cy="3587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548188"/>
            <a:ext cx="5029200" cy="430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F62EA2C-6A7B-4AE4-9565-91AC0F95E9C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28696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87832E-844D-470C-8C0F-12EE8280A2C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9902175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FA3A84-ADC4-40BE-9831-816FDDEFB53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236531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00D486-035F-41F5-9170-0500B9C707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2593866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17A648-85B3-4977-8B2A-E12A6F1734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130685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CF8AA5-3C2C-4A68-83B0-B42998F3D2C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448001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1C486B-732A-410C-8533-00AA0C15C6B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654208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FAE050-7BCF-4ADD-864F-F96DD2DFD22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631835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F37C71-214F-4A0E-94EE-F9A3CF6F677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6758545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3F2BEE-6B22-4F95-871D-0836B7578F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6102218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5C7C7C-63DE-45E6-9CFD-1FC765F37C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998222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71F21C-FE8B-4C09-993B-6B9FA0C0D0D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98237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fld id="{D8EDF84B-17EA-4A1E-8C40-DE4CA9254A5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제 </a:t>
            </a:r>
            <a:r>
              <a:rPr lang="en-US" altLang="ko-KR" dirty="0" smtClean="0"/>
              <a:t>1</a:t>
            </a:r>
            <a:r>
              <a:rPr lang="ko-KR" altLang="en-US" dirty="0" smtClean="0"/>
              <a:t>장 시작하면서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강원대학교</a:t>
            </a:r>
            <a:endParaRPr lang="en-US" altLang="ko-KR" dirty="0" smtClean="0"/>
          </a:p>
          <a:p>
            <a:r>
              <a:rPr lang="ko-KR" altLang="en-US" dirty="0" smtClean="0"/>
              <a:t>하진</a:t>
            </a:r>
            <a:r>
              <a:rPr lang="ko-KR" altLang="en-US" dirty="0"/>
              <a:t>영</a:t>
            </a:r>
          </a:p>
        </p:txBody>
      </p:sp>
    </p:spTree>
    <p:extLst>
      <p:ext uri="{BB962C8B-B14F-4D97-AF65-F5344CB8AC3E}">
        <p14:creationId xmlns:p14="http://schemas.microsoft.com/office/powerpoint/2010/main" val="34491411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주의 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 smtClean="0"/>
              <a:t>표준 입력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표준 출력의 사용</a:t>
            </a:r>
            <a:endParaRPr lang="en-US" altLang="ko-KR" sz="2400" dirty="0" smtClean="0"/>
          </a:p>
          <a:p>
            <a:pPr lvl="1"/>
            <a:r>
              <a:rPr lang="en-US" altLang="ko-KR" sz="2000" dirty="0" smtClean="0"/>
              <a:t>UNIX</a:t>
            </a:r>
            <a:r>
              <a:rPr lang="ko-KR" altLang="en-US" sz="2000" dirty="0" smtClean="0"/>
              <a:t>의 </a:t>
            </a:r>
            <a:r>
              <a:rPr lang="en-US" altLang="ko-KR" sz="2000" dirty="0" smtClean="0"/>
              <a:t>filter</a:t>
            </a:r>
            <a:r>
              <a:rPr lang="ko-KR" altLang="en-US" sz="2000" dirty="0" smtClean="0"/>
              <a:t>와 </a:t>
            </a:r>
            <a:r>
              <a:rPr lang="en-US" altLang="ko-KR" sz="2000" dirty="0" smtClean="0"/>
              <a:t>pipe</a:t>
            </a:r>
          </a:p>
          <a:p>
            <a:pPr lvl="1"/>
            <a:r>
              <a:rPr lang="ko-KR" altLang="en-US" sz="2000" dirty="0" smtClean="0"/>
              <a:t>프로그램의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출력 결과를 다른 프로그램의 입력으로 집어넣기에 적합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모든 일을 다 처리하는 크고 복잡한 소프트웨어보다는 작은 프로그램 여러 개를 쭉 연결해서 사용한다는 패러다임</a:t>
            </a:r>
            <a:endParaRPr lang="en-US" altLang="ko-KR" sz="2000" dirty="0" smtClean="0"/>
          </a:p>
          <a:p>
            <a:r>
              <a:rPr lang="ko-KR" altLang="en-US" sz="2400" dirty="0" smtClean="0"/>
              <a:t>프로그래밍의 제약 사항</a:t>
            </a:r>
            <a:endParaRPr lang="en-US" altLang="ko-KR" sz="2400" dirty="0" smtClean="0"/>
          </a:p>
          <a:p>
            <a:pPr lvl="1"/>
            <a:r>
              <a:rPr lang="ko-KR" altLang="en-US" sz="2000" dirty="0" smtClean="0"/>
              <a:t>표준 입출력만을 사용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파일 입출력은 안됨</a:t>
            </a:r>
            <a:r>
              <a:rPr lang="en-US" altLang="ko-KR" sz="2000" dirty="0" smtClean="0"/>
              <a:t>)</a:t>
            </a:r>
          </a:p>
          <a:p>
            <a:pPr lvl="1"/>
            <a:r>
              <a:rPr lang="ko-KR" altLang="en-US" sz="2000" dirty="0" smtClean="0"/>
              <a:t>하나의 파일만을 업로드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별도의 헤더 파일이나 라이브러리 사용 안됨</a:t>
            </a:r>
            <a:r>
              <a:rPr lang="en-US" altLang="ko-KR" sz="2000" dirty="0" smtClean="0"/>
              <a:t>)</a:t>
            </a:r>
          </a:p>
          <a:p>
            <a:pPr lvl="1"/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41659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표준 입출력의 예</a:t>
            </a:r>
            <a:endParaRPr lang="ko-KR" altLang="en-US" dirty="0"/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4826244"/>
              </p:ext>
            </p:extLst>
          </p:nvPr>
        </p:nvGraphicFramePr>
        <p:xfrm>
          <a:off x="179512" y="1981200"/>
          <a:ext cx="8856983" cy="4371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0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6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C++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84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#include &lt;</a:t>
                      </a:r>
                      <a:r>
                        <a:rPr lang="en-US" altLang="ko-KR" dirty="0" err="1" smtClean="0"/>
                        <a:t>stdio.h</a:t>
                      </a:r>
                      <a:r>
                        <a:rPr lang="en-US" altLang="ko-KR" dirty="0" smtClean="0"/>
                        <a:t>&gt;</a:t>
                      </a:r>
                    </a:p>
                    <a:p>
                      <a:pPr latinLnBrk="1"/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err="1" smtClean="0"/>
                        <a:t>int</a:t>
                      </a:r>
                      <a:r>
                        <a:rPr lang="en-US" altLang="ko-KR" dirty="0" smtClean="0"/>
                        <a:t> main(void)</a:t>
                      </a:r>
                    </a:p>
                    <a:p>
                      <a:pPr latinLnBrk="1"/>
                      <a:r>
                        <a:rPr lang="en-US" altLang="ko-KR" dirty="0" smtClean="0"/>
                        <a:t>{</a:t>
                      </a:r>
                    </a:p>
                    <a:p>
                      <a:pPr latinLnBrk="1"/>
                      <a:r>
                        <a:rPr lang="en-US" altLang="ko-KR" dirty="0" smtClean="0"/>
                        <a:t>  long a, b, c;</a:t>
                      </a:r>
                    </a:p>
                    <a:p>
                      <a:pPr latinLnBrk="1"/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smtClean="0"/>
                        <a:t>  while (</a:t>
                      </a:r>
                      <a:r>
                        <a:rPr lang="en-US" altLang="ko-KR" dirty="0" err="1" smtClean="0"/>
                        <a:t>scanf</a:t>
                      </a:r>
                      <a:r>
                        <a:rPr lang="en-US" altLang="ko-KR" dirty="0" smtClean="0"/>
                        <a:t>("%</a:t>
                      </a:r>
                      <a:r>
                        <a:rPr lang="en-US" altLang="ko-KR" dirty="0" err="1" smtClean="0"/>
                        <a:t>ld</a:t>
                      </a:r>
                      <a:r>
                        <a:rPr lang="en-US" altLang="ko-KR" dirty="0" smtClean="0"/>
                        <a:t> %</a:t>
                      </a:r>
                      <a:r>
                        <a:rPr lang="en-US" altLang="ko-KR" dirty="0" err="1" smtClean="0"/>
                        <a:t>ld</a:t>
                      </a:r>
                      <a:r>
                        <a:rPr lang="en-US" altLang="ko-KR" dirty="0" smtClean="0"/>
                        <a:t>", &amp;a, &amp;b) != EOF) {</a:t>
                      </a:r>
                    </a:p>
                    <a:p>
                      <a:pPr latinLnBrk="1"/>
                      <a:r>
                        <a:rPr lang="en-US" altLang="ko-KR" dirty="0" smtClean="0"/>
                        <a:t>    if (b&gt;a) c = b - a;</a:t>
                      </a:r>
                    </a:p>
                    <a:p>
                      <a:pPr latinLnBrk="1"/>
                      <a:r>
                        <a:rPr lang="en-US" altLang="ko-KR" dirty="0" smtClean="0"/>
                        <a:t>    else c = a - b;</a:t>
                      </a:r>
                    </a:p>
                    <a:p>
                      <a:pPr latinLnBrk="1"/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smtClean="0"/>
                        <a:t>    </a:t>
                      </a:r>
                      <a:r>
                        <a:rPr lang="en-US" altLang="ko-KR" dirty="0" err="1" smtClean="0"/>
                        <a:t>printf</a:t>
                      </a:r>
                      <a:r>
                        <a:rPr lang="en-US" altLang="ko-KR" dirty="0" smtClean="0"/>
                        <a:t>("%</a:t>
                      </a:r>
                      <a:r>
                        <a:rPr lang="en-US" altLang="ko-KR" dirty="0" err="1" smtClean="0"/>
                        <a:t>ld</a:t>
                      </a:r>
                      <a:r>
                        <a:rPr lang="en-US" altLang="ko-KR" dirty="0" smtClean="0"/>
                        <a:t>\n", c);</a:t>
                      </a:r>
                    </a:p>
                    <a:p>
                      <a:pPr latinLnBrk="1"/>
                      <a:r>
                        <a:rPr lang="en-US" altLang="ko-KR" dirty="0" smtClean="0"/>
                        <a:t>  }</a:t>
                      </a:r>
                    </a:p>
                    <a:p>
                      <a:pPr latinLnBrk="1"/>
                      <a:r>
                        <a:rPr lang="en-US" altLang="ko-KR" dirty="0" smtClean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#include &lt;</a:t>
                      </a:r>
                      <a:r>
                        <a:rPr lang="en-US" altLang="ko-KR" dirty="0" err="1" smtClean="0"/>
                        <a:t>iostream</a:t>
                      </a:r>
                      <a:r>
                        <a:rPr lang="en-US" altLang="ko-KR" dirty="0" smtClean="0"/>
                        <a:t>&gt;</a:t>
                      </a:r>
                    </a:p>
                    <a:p>
                      <a:pPr latinLnBrk="1"/>
                      <a:r>
                        <a:rPr lang="en-US" altLang="ko-KR" dirty="0" smtClean="0"/>
                        <a:t>using namespace </a:t>
                      </a:r>
                      <a:r>
                        <a:rPr lang="en-US" altLang="ko-KR" dirty="0" err="1" smtClean="0"/>
                        <a:t>std</a:t>
                      </a:r>
                      <a:r>
                        <a:rPr lang="en-US" altLang="ko-KR" dirty="0" smtClean="0"/>
                        <a:t>;</a:t>
                      </a:r>
                    </a:p>
                    <a:p>
                      <a:pPr latinLnBrk="1"/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err="1" smtClean="0"/>
                        <a:t>int</a:t>
                      </a:r>
                      <a:r>
                        <a:rPr lang="en-US" altLang="ko-KR" dirty="0" smtClean="0"/>
                        <a:t>  main(void)</a:t>
                      </a:r>
                    </a:p>
                    <a:p>
                      <a:pPr latinLnBrk="1"/>
                      <a:r>
                        <a:rPr lang="en-US" altLang="ko-KR" dirty="0" smtClean="0"/>
                        <a:t>{</a:t>
                      </a:r>
                    </a:p>
                    <a:p>
                      <a:pPr latinLnBrk="1"/>
                      <a:r>
                        <a:rPr lang="en-US" altLang="ko-KR" dirty="0" smtClean="0"/>
                        <a:t>  long a, b, c;</a:t>
                      </a:r>
                    </a:p>
                    <a:p>
                      <a:pPr latinLnBrk="1"/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smtClean="0"/>
                        <a:t>  while (</a:t>
                      </a:r>
                      <a:r>
                        <a:rPr lang="en-US" altLang="ko-KR" dirty="0" err="1" smtClean="0"/>
                        <a:t>cin</a:t>
                      </a:r>
                      <a:r>
                        <a:rPr lang="en-US" altLang="ko-KR" dirty="0" smtClean="0"/>
                        <a:t> &gt;&gt; a &gt;&gt; b) {</a:t>
                      </a:r>
                    </a:p>
                    <a:p>
                      <a:pPr latinLnBrk="1"/>
                      <a:r>
                        <a:rPr lang="en-US" altLang="ko-KR" dirty="0" smtClean="0"/>
                        <a:t>    if (b&gt;a) c = b-a;</a:t>
                      </a:r>
                    </a:p>
                    <a:p>
                      <a:pPr latinLnBrk="1"/>
                      <a:r>
                        <a:rPr lang="en-US" altLang="ko-KR" dirty="0" smtClean="0"/>
                        <a:t>    else c = a-b;</a:t>
                      </a:r>
                    </a:p>
                    <a:p>
                      <a:pPr latinLnBrk="1"/>
                      <a:r>
                        <a:rPr lang="en-US" altLang="ko-KR" dirty="0" smtClean="0"/>
                        <a:t>    </a:t>
                      </a:r>
                      <a:r>
                        <a:rPr lang="en-US" altLang="ko-KR" dirty="0" err="1" smtClean="0"/>
                        <a:t>cout</a:t>
                      </a:r>
                      <a:r>
                        <a:rPr lang="en-US" altLang="ko-KR" dirty="0" smtClean="0"/>
                        <a:t> &lt;&lt; c &lt;&lt; </a:t>
                      </a:r>
                      <a:r>
                        <a:rPr lang="en-US" altLang="ko-KR" dirty="0" err="1" smtClean="0"/>
                        <a:t>endl</a:t>
                      </a:r>
                      <a:r>
                        <a:rPr lang="en-US" altLang="ko-KR" dirty="0" smtClean="0"/>
                        <a:t>;</a:t>
                      </a:r>
                    </a:p>
                    <a:p>
                      <a:pPr latinLnBrk="1"/>
                      <a:r>
                        <a:rPr lang="en-US" altLang="ko-KR" dirty="0" smtClean="0"/>
                        <a:t>  }</a:t>
                      </a:r>
                    </a:p>
                    <a:p>
                      <a:pPr latinLnBrk="1"/>
                      <a:r>
                        <a:rPr lang="en-US" altLang="ko-KR" dirty="0" smtClean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523977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4672298"/>
              </p:ext>
            </p:extLst>
          </p:nvPr>
        </p:nvGraphicFramePr>
        <p:xfrm>
          <a:off x="683568" y="764704"/>
          <a:ext cx="7414592" cy="5743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4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96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JAVA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84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import </a:t>
                      </a:r>
                      <a:r>
                        <a:rPr lang="en-US" altLang="ko-KR" dirty="0" err="1" smtClean="0"/>
                        <a:t>java.util.Scanner</a:t>
                      </a:r>
                      <a:r>
                        <a:rPr lang="en-US" altLang="ko-KR" dirty="0" smtClean="0"/>
                        <a:t>;</a:t>
                      </a:r>
                    </a:p>
                    <a:p>
                      <a:pPr latinLnBrk="1"/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smtClean="0"/>
                        <a:t>public class Main {</a:t>
                      </a:r>
                    </a:p>
                    <a:p>
                      <a:pPr latinLnBrk="1"/>
                      <a:r>
                        <a:rPr lang="en-US" altLang="ko-KR" dirty="0" smtClean="0"/>
                        <a:t>    public static void main(String[] </a:t>
                      </a:r>
                      <a:r>
                        <a:rPr lang="en-US" altLang="ko-KR" dirty="0" err="1" smtClean="0"/>
                        <a:t>args</a:t>
                      </a:r>
                      <a:r>
                        <a:rPr lang="en-US" altLang="ko-KR" dirty="0" smtClean="0"/>
                        <a:t>) {</a:t>
                      </a:r>
                    </a:p>
                    <a:p>
                      <a:pPr latinLnBrk="1"/>
                      <a:r>
                        <a:rPr lang="en-US" altLang="ko-KR" dirty="0" smtClean="0"/>
                        <a:t>        Scanner input = new Scanner(System.in);</a:t>
                      </a:r>
                    </a:p>
                    <a:p>
                      <a:pPr latinLnBrk="1"/>
                      <a:r>
                        <a:rPr lang="en-US" altLang="ko-KR" dirty="0" smtClean="0"/>
                        <a:t>        long a, b, c;</a:t>
                      </a:r>
                    </a:p>
                    <a:p>
                      <a:pPr latinLnBrk="1"/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smtClean="0"/>
                        <a:t>        while (</a:t>
                      </a:r>
                      <a:r>
                        <a:rPr lang="en-US" altLang="ko-KR" dirty="0" err="1" smtClean="0"/>
                        <a:t>input.hasNext</a:t>
                      </a:r>
                      <a:r>
                        <a:rPr lang="en-US" altLang="ko-KR" dirty="0" smtClean="0"/>
                        <a:t>()) {</a:t>
                      </a:r>
                    </a:p>
                    <a:p>
                      <a:pPr latinLnBrk="1"/>
                      <a:r>
                        <a:rPr lang="en-US" altLang="ko-KR" dirty="0" smtClean="0"/>
                        <a:t>            a = </a:t>
                      </a:r>
                      <a:r>
                        <a:rPr lang="en-US" altLang="ko-KR" dirty="0" err="1" smtClean="0"/>
                        <a:t>input.nextLong</a:t>
                      </a:r>
                      <a:r>
                        <a:rPr lang="en-US" altLang="ko-KR" dirty="0" smtClean="0"/>
                        <a:t>();</a:t>
                      </a:r>
                    </a:p>
                    <a:p>
                      <a:pPr latinLnBrk="1"/>
                      <a:r>
                        <a:rPr lang="en-US" altLang="ko-KR" dirty="0" smtClean="0"/>
                        <a:t>            b = </a:t>
                      </a:r>
                      <a:r>
                        <a:rPr lang="en-US" altLang="ko-KR" dirty="0" err="1" smtClean="0"/>
                        <a:t>input.nextLong</a:t>
                      </a:r>
                      <a:r>
                        <a:rPr lang="en-US" altLang="ko-KR" dirty="0" smtClean="0"/>
                        <a:t>();</a:t>
                      </a:r>
                    </a:p>
                    <a:p>
                      <a:pPr latinLnBrk="1"/>
                      <a:r>
                        <a:rPr lang="en-US" altLang="ko-KR" dirty="0" smtClean="0"/>
                        <a:t>            if (b&gt;a) c = b-a;</a:t>
                      </a:r>
                    </a:p>
                    <a:p>
                      <a:pPr latinLnBrk="1"/>
                      <a:r>
                        <a:rPr lang="en-US" altLang="ko-KR" dirty="0" smtClean="0"/>
                        <a:t>            else c = a-b;</a:t>
                      </a:r>
                    </a:p>
                    <a:p>
                      <a:pPr latinLnBrk="1"/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smtClean="0"/>
                        <a:t>            </a:t>
                      </a:r>
                      <a:r>
                        <a:rPr lang="en-US" altLang="ko-KR" dirty="0" err="1" smtClean="0"/>
                        <a:t>System.out.println</a:t>
                      </a:r>
                      <a:r>
                        <a:rPr lang="en-US" altLang="ko-KR" dirty="0" smtClean="0"/>
                        <a:t>(c);</a:t>
                      </a:r>
                    </a:p>
                    <a:p>
                      <a:pPr latinLnBrk="1"/>
                      <a:r>
                        <a:rPr lang="en-US" altLang="ko-KR" dirty="0" smtClean="0"/>
                        <a:t>      }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en-US" altLang="ko-KR" baseline="0" smtClean="0"/>
                        <a:t>      input.close</a:t>
                      </a:r>
                      <a:r>
                        <a:rPr lang="en-US" altLang="ko-KR" baseline="0" dirty="0" smtClean="0"/>
                        <a:t>();</a:t>
                      </a:r>
                    </a:p>
                    <a:p>
                      <a:pPr latinLnBrk="1"/>
                      <a:r>
                        <a:rPr lang="en-US" altLang="ko-KR" dirty="0" smtClean="0"/>
                        <a:t>    </a:t>
                      </a:r>
                      <a:r>
                        <a:rPr lang="en-US" altLang="ko-KR" dirty="0" smtClean="0"/>
                        <a:t>}</a:t>
                      </a:r>
                    </a:p>
                    <a:p>
                      <a:pPr latinLnBrk="1"/>
                      <a:r>
                        <a:rPr lang="en-US" altLang="ko-KR" dirty="0" smtClean="0"/>
                        <a:t>}</a:t>
                      </a:r>
                    </a:p>
                    <a:p>
                      <a:pPr latinLnBrk="1"/>
                      <a:endParaRPr lang="en-US" altLang="ko-KR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608032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문제 </a:t>
            </a:r>
            <a:r>
              <a:rPr lang="en-US" altLang="ko-KR" dirty="0" smtClean="0"/>
              <a:t>1 : 3n+1 </a:t>
            </a:r>
            <a:r>
              <a:rPr lang="ko-KR" altLang="en-US" dirty="0" smtClean="0"/>
              <a:t>문제 </a:t>
            </a:r>
            <a:r>
              <a:rPr lang="ko-KR" altLang="en-US" sz="2400" dirty="0" smtClean="0"/>
              <a:t>제 </a:t>
            </a:r>
            <a:r>
              <a:rPr lang="en-US" altLang="ko-KR" sz="2400" dirty="0" smtClean="0"/>
              <a:t>1</a:t>
            </a:r>
            <a:r>
              <a:rPr lang="ko-KR" altLang="en-US" sz="2400" dirty="0" smtClean="0"/>
              <a:t>장 </a:t>
            </a:r>
            <a:r>
              <a:rPr lang="en-US" altLang="ko-KR" sz="2400" dirty="0" smtClean="0"/>
              <a:t>p.39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800" dirty="0" smtClean="0"/>
              <a:t>수열을 만드는 알고리즘</a:t>
            </a:r>
            <a:endParaRPr lang="en-US" altLang="ko-KR" sz="2800" dirty="0" smtClean="0"/>
          </a:p>
          <a:p>
            <a:pPr lvl="1"/>
            <a:r>
              <a:rPr lang="ko-KR" altLang="en-US" sz="2400" dirty="0" smtClean="0"/>
              <a:t>정수 </a:t>
            </a:r>
            <a:r>
              <a:rPr lang="en-US" altLang="ko-KR" sz="2400" dirty="0" smtClean="0"/>
              <a:t>n</a:t>
            </a:r>
            <a:r>
              <a:rPr lang="ko-KR" altLang="en-US" sz="2400" dirty="0" smtClean="0"/>
              <a:t>에서 시작해서 </a:t>
            </a:r>
            <a:r>
              <a:rPr lang="en-US" altLang="ko-KR" sz="2400" dirty="0" smtClean="0"/>
              <a:t>n</a:t>
            </a:r>
            <a:r>
              <a:rPr lang="ko-KR" altLang="en-US" sz="2400" dirty="0" smtClean="0"/>
              <a:t>이 짝수면 </a:t>
            </a:r>
            <a:r>
              <a:rPr lang="en-US" altLang="ko-KR" sz="2400" dirty="0" smtClean="0"/>
              <a:t>2</a:t>
            </a:r>
            <a:r>
              <a:rPr lang="ko-KR" altLang="en-US" sz="2400" dirty="0" smtClean="0"/>
              <a:t>로 나누고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홀수면 </a:t>
            </a:r>
            <a:r>
              <a:rPr lang="en-US" altLang="ko-KR" sz="2400" dirty="0" smtClean="0"/>
              <a:t>3</a:t>
            </a:r>
            <a:r>
              <a:rPr lang="ko-KR" altLang="en-US" sz="2400" dirty="0" smtClean="0"/>
              <a:t>을 곱한 후 </a:t>
            </a:r>
            <a:r>
              <a:rPr lang="en-US" altLang="ko-KR" sz="2400" dirty="0" smtClean="0"/>
              <a:t>1</a:t>
            </a:r>
            <a:r>
              <a:rPr lang="ko-KR" altLang="en-US" sz="2400" dirty="0" smtClean="0"/>
              <a:t>을 더한다</a:t>
            </a:r>
            <a:r>
              <a:rPr lang="en-US" altLang="ko-KR" sz="2400" dirty="0" smtClean="0"/>
              <a:t>.</a:t>
            </a:r>
          </a:p>
          <a:p>
            <a:pPr lvl="1"/>
            <a:r>
              <a:rPr lang="ko-KR" altLang="en-US" sz="2400" dirty="0" smtClean="0"/>
              <a:t>새로 만들어진 숫자를 </a:t>
            </a:r>
            <a:r>
              <a:rPr lang="en-US" altLang="ko-KR" sz="2400" dirty="0" smtClean="0"/>
              <a:t>n</a:t>
            </a:r>
            <a:r>
              <a:rPr lang="ko-KR" altLang="en-US" sz="2400" dirty="0" smtClean="0"/>
              <a:t>으로 놓고 </a:t>
            </a:r>
            <a:r>
              <a:rPr lang="en-US" altLang="ko-KR" sz="2400" dirty="0" smtClean="0"/>
              <a:t>n</a:t>
            </a:r>
            <a:r>
              <a:rPr lang="ko-KR" altLang="en-US" sz="2400" dirty="0" smtClean="0"/>
              <a:t>이 </a:t>
            </a:r>
            <a:r>
              <a:rPr lang="en-US" altLang="ko-KR" sz="2400" dirty="0" smtClean="0"/>
              <a:t>1</a:t>
            </a:r>
            <a:r>
              <a:rPr lang="ko-KR" altLang="en-US" sz="2400" dirty="0" smtClean="0"/>
              <a:t>이 될 때까지 반복</a:t>
            </a:r>
            <a:endParaRPr lang="en-US" altLang="ko-KR" sz="2400" dirty="0" smtClean="0"/>
          </a:p>
          <a:p>
            <a:pPr lvl="1"/>
            <a:r>
              <a:rPr lang="ko-KR" altLang="en-US" sz="2400" dirty="0" smtClean="0"/>
              <a:t>예</a:t>
            </a:r>
            <a:r>
              <a:rPr lang="en-US" altLang="ko-KR" sz="2400" dirty="0" smtClean="0"/>
              <a:t>) n = 22</a:t>
            </a:r>
          </a:p>
          <a:p>
            <a:pPr lvl="2"/>
            <a:r>
              <a:rPr lang="en-US" altLang="ko-KR" sz="2000" dirty="0" smtClean="0"/>
              <a:t>22 11 34 17 52 26 13 40 20 10 5 16 8 4 2 1</a:t>
            </a:r>
          </a:p>
          <a:p>
            <a:r>
              <a:rPr lang="ko-KR" altLang="en-US" sz="2800" dirty="0" smtClean="0"/>
              <a:t>입력</a:t>
            </a:r>
            <a:endParaRPr lang="en-US" altLang="ko-KR" sz="2800" dirty="0" smtClean="0"/>
          </a:p>
          <a:p>
            <a:pPr lvl="1"/>
            <a:r>
              <a:rPr lang="ko-KR" altLang="en-US" sz="2400" dirty="0" smtClean="0"/>
              <a:t>일련의 </a:t>
            </a:r>
            <a:r>
              <a:rPr lang="ko-KR" altLang="en-US" sz="2400" dirty="0" err="1" smtClean="0"/>
              <a:t>정수쌍</a:t>
            </a:r>
            <a:r>
              <a:rPr lang="ko-KR" altLang="en-US" sz="2400" dirty="0" smtClean="0"/>
              <a:t> </a:t>
            </a:r>
            <a:r>
              <a:rPr lang="en-US" altLang="ko-KR" sz="2400" dirty="0" err="1" smtClean="0"/>
              <a:t>i</a:t>
            </a:r>
            <a:r>
              <a:rPr lang="ko-KR" altLang="en-US" sz="2400" dirty="0" smtClean="0"/>
              <a:t>와 </a:t>
            </a:r>
            <a:r>
              <a:rPr lang="en-US" altLang="ko-KR" sz="2400" dirty="0" smtClean="0"/>
              <a:t>j</a:t>
            </a:r>
            <a:r>
              <a:rPr lang="ko-KR" altLang="en-US" sz="2400" dirty="0" smtClean="0"/>
              <a:t>로 구성되며 한 줄에 한 쌍의 수가 입력</a:t>
            </a:r>
            <a:endParaRPr lang="en-US" altLang="ko-KR" sz="2400" dirty="0" smtClean="0"/>
          </a:p>
          <a:p>
            <a:pPr lvl="1"/>
            <a:r>
              <a:rPr lang="ko-KR" altLang="en-US" sz="2400" dirty="0" smtClean="0"/>
              <a:t>모든 정수는 </a:t>
            </a:r>
            <a:r>
              <a:rPr lang="en-US" altLang="ko-KR" sz="2400" dirty="0" smtClean="0"/>
              <a:t>1,000,000</a:t>
            </a:r>
            <a:r>
              <a:rPr lang="ko-KR" altLang="en-US" sz="2400" dirty="0" smtClean="0"/>
              <a:t>보다 작고 </a:t>
            </a:r>
            <a:r>
              <a:rPr lang="en-US" altLang="ko-KR" sz="2400" dirty="0" smtClean="0"/>
              <a:t>0</a:t>
            </a:r>
            <a:r>
              <a:rPr lang="ko-KR" altLang="en-US" sz="2400" dirty="0" smtClean="0"/>
              <a:t>보다 크다</a:t>
            </a:r>
            <a:endParaRPr lang="en-US" altLang="ko-KR" sz="24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218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476672"/>
            <a:ext cx="7772400" cy="3024336"/>
          </a:xfrm>
        </p:spPr>
        <p:txBody>
          <a:bodyPr/>
          <a:lstStyle/>
          <a:p>
            <a:r>
              <a:rPr lang="ko-KR" altLang="en-US" sz="2800" dirty="0" smtClean="0"/>
              <a:t>출력</a:t>
            </a:r>
            <a:endParaRPr lang="en-US" altLang="ko-KR" sz="2800" dirty="0" smtClean="0"/>
          </a:p>
          <a:p>
            <a:pPr lvl="1"/>
            <a:r>
              <a:rPr lang="ko-KR" altLang="en-US" sz="2400" dirty="0" smtClean="0"/>
              <a:t>각 </a:t>
            </a:r>
            <a:r>
              <a:rPr lang="ko-KR" altLang="en-US" sz="2400" dirty="0" err="1" smtClean="0"/>
              <a:t>정수쌍</a:t>
            </a:r>
            <a:r>
              <a:rPr lang="ko-KR" altLang="en-US" sz="2400" dirty="0" smtClean="0"/>
              <a:t> </a:t>
            </a:r>
            <a:r>
              <a:rPr lang="en-US" altLang="ko-KR" sz="2400" dirty="0" err="1" smtClean="0"/>
              <a:t>i</a:t>
            </a:r>
            <a:r>
              <a:rPr lang="ko-KR" altLang="en-US" sz="2400" dirty="0" smtClean="0"/>
              <a:t>와 </a:t>
            </a:r>
            <a:r>
              <a:rPr lang="en-US" altLang="ko-KR" sz="2400" dirty="0" smtClean="0"/>
              <a:t>j</a:t>
            </a:r>
            <a:r>
              <a:rPr lang="ko-KR" altLang="en-US" sz="2400" dirty="0" smtClean="0"/>
              <a:t>를 입력된 순서대로 출력하고 </a:t>
            </a:r>
            <a:r>
              <a:rPr lang="en-US" altLang="ko-KR" sz="2400" dirty="0" err="1" smtClean="0"/>
              <a:t>i</a:t>
            </a:r>
            <a:r>
              <a:rPr lang="ko-KR" altLang="en-US" sz="2400" dirty="0" smtClean="0"/>
              <a:t>와 </a:t>
            </a:r>
            <a:r>
              <a:rPr lang="en-US" altLang="ko-KR" sz="2400" dirty="0" smtClean="0"/>
              <a:t>j </a:t>
            </a:r>
            <a:r>
              <a:rPr lang="ko-KR" altLang="en-US" sz="2400" dirty="0" smtClean="0"/>
              <a:t>사이</a:t>
            </a:r>
            <a:r>
              <a:rPr lang="en-US" altLang="ko-KR" sz="2400" dirty="0" smtClean="0"/>
              <a:t>(</a:t>
            </a:r>
            <a:r>
              <a:rPr lang="en-US" altLang="ko-KR" sz="2400" dirty="0" err="1" smtClean="0"/>
              <a:t>i</a:t>
            </a:r>
            <a:r>
              <a:rPr lang="en-US" altLang="ko-KR" sz="2400" dirty="0" smtClean="0"/>
              <a:t>, j </a:t>
            </a:r>
            <a:r>
              <a:rPr lang="ko-KR" altLang="en-US" sz="2400" dirty="0" smtClean="0"/>
              <a:t>포함</a:t>
            </a:r>
            <a:r>
              <a:rPr lang="en-US" altLang="ko-KR" sz="2400" dirty="0" smtClean="0"/>
              <a:t>)</a:t>
            </a:r>
            <a:r>
              <a:rPr lang="ko-KR" altLang="en-US" sz="2400" dirty="0" smtClean="0"/>
              <a:t>의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최대 사이클 길이를 출력한다</a:t>
            </a:r>
            <a:r>
              <a:rPr lang="en-US" altLang="ko-KR" sz="2400" dirty="0" smtClean="0"/>
              <a:t>. </a:t>
            </a:r>
            <a:r>
              <a:rPr lang="ko-KR" altLang="en-US" sz="2400" dirty="0" smtClean="0"/>
              <a:t>이 세 수는 각각 하나씩의 스페이스로 구분되어야 하며 세 수가 모두 한 줄에 출력되어야 하고</a:t>
            </a:r>
            <a:r>
              <a:rPr lang="en-US" altLang="ko-KR" sz="2400" dirty="0"/>
              <a:t> </a:t>
            </a:r>
            <a:r>
              <a:rPr lang="ko-KR" altLang="en-US" sz="2400" dirty="0" smtClean="0"/>
              <a:t>입력된 각 줄마다 한 줄씩 출력해야 한다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683568" y="3573016"/>
            <a:ext cx="2541813" cy="234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800" dirty="0" smtClean="0"/>
              <a:t>입력 예</a:t>
            </a:r>
            <a:endParaRPr lang="en-US" altLang="ko-KR" sz="2800" dirty="0" smtClean="0"/>
          </a:p>
          <a:p>
            <a:pPr marL="457200" lvl="1" indent="0">
              <a:buNone/>
            </a:pPr>
            <a:r>
              <a:rPr lang="en-US" altLang="ko-KR" sz="2400" dirty="0" smtClean="0"/>
              <a:t>1 10</a:t>
            </a:r>
          </a:p>
          <a:p>
            <a:pPr marL="457200" lvl="1" indent="0">
              <a:buNone/>
            </a:pPr>
            <a:r>
              <a:rPr lang="en-US" altLang="ko-KR" sz="2400" dirty="0" smtClean="0"/>
              <a:t>100 200</a:t>
            </a:r>
          </a:p>
          <a:p>
            <a:pPr marL="457200" lvl="1" indent="0">
              <a:buNone/>
            </a:pPr>
            <a:r>
              <a:rPr lang="en-US" altLang="ko-KR" sz="2400" dirty="0" smtClean="0"/>
              <a:t>201 210</a:t>
            </a:r>
          </a:p>
          <a:p>
            <a:pPr marL="457200" lvl="1" indent="0">
              <a:buNone/>
            </a:pPr>
            <a:r>
              <a:rPr lang="en-US" altLang="ko-KR" sz="2400" dirty="0" smtClean="0"/>
              <a:t>900 1000</a:t>
            </a:r>
            <a:endParaRPr lang="ko-KR" altLang="en-US" sz="2400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5054523" y="3600400"/>
            <a:ext cx="3117877" cy="234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800" dirty="0" smtClean="0"/>
              <a:t>출력 예</a:t>
            </a:r>
            <a:endParaRPr lang="en-US" altLang="ko-KR" sz="2800" dirty="0" smtClean="0"/>
          </a:p>
          <a:p>
            <a:pPr marL="457200" lvl="1" indent="0">
              <a:buNone/>
            </a:pPr>
            <a:r>
              <a:rPr lang="en-US" altLang="ko-KR" sz="2400" dirty="0" smtClean="0"/>
              <a:t>1 10 20</a:t>
            </a:r>
          </a:p>
          <a:p>
            <a:pPr marL="457200" lvl="1" indent="0">
              <a:buNone/>
            </a:pPr>
            <a:r>
              <a:rPr lang="en-US" altLang="ko-KR" sz="2400" dirty="0" smtClean="0"/>
              <a:t>100 200 125</a:t>
            </a:r>
          </a:p>
          <a:p>
            <a:pPr marL="457200" lvl="1" indent="0">
              <a:buNone/>
            </a:pPr>
            <a:r>
              <a:rPr lang="en-US" altLang="ko-KR" sz="2400" dirty="0" smtClean="0"/>
              <a:t>201 210 99</a:t>
            </a:r>
          </a:p>
          <a:p>
            <a:pPr marL="457200" lvl="1" indent="0">
              <a:buNone/>
            </a:pPr>
            <a:r>
              <a:rPr lang="en-US" altLang="ko-KR" sz="2400" dirty="0" smtClean="0"/>
              <a:t>900 1000 174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552508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Solution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숫자 </a:t>
            </a:r>
            <a:r>
              <a:rPr lang="en-US" altLang="ko-KR" sz="2000" dirty="0"/>
              <a:t>n</a:t>
            </a:r>
            <a:r>
              <a:rPr lang="ko-KR" altLang="en-US" sz="2000" dirty="0"/>
              <a:t>이 주어졌을 때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반복문을</a:t>
            </a:r>
            <a:r>
              <a:rPr lang="ko-KR" altLang="en-US" sz="2000" dirty="0"/>
              <a:t> 이용해 문제에 주어진 규칙대로 계산해 나가면 </a:t>
            </a:r>
            <a:r>
              <a:rPr lang="en-US" altLang="ko-KR" sz="2000" dirty="0"/>
              <a:t>n</a:t>
            </a:r>
            <a:r>
              <a:rPr lang="ko-KR" altLang="en-US" sz="2000" dirty="0" smtClean="0"/>
              <a:t>의 사이클 </a:t>
            </a:r>
            <a:r>
              <a:rPr lang="ko-KR" altLang="en-US" sz="2000" dirty="0"/>
              <a:t>길이를 쉽게 구할 수 있다</a:t>
            </a:r>
            <a:r>
              <a:rPr lang="en-US" altLang="ko-KR" sz="2000" dirty="0"/>
              <a:t>. while </a:t>
            </a:r>
            <a:r>
              <a:rPr lang="ko-KR" altLang="en-US" sz="2000" dirty="0"/>
              <a:t>문 안에서 매번 </a:t>
            </a:r>
            <a:r>
              <a:rPr lang="en-US" altLang="ko-KR" sz="2000" dirty="0"/>
              <a:t>n</a:t>
            </a:r>
            <a:r>
              <a:rPr lang="ko-KR" altLang="en-US" sz="2000" dirty="0"/>
              <a:t>이 짝수인지 홀수인지 </a:t>
            </a:r>
            <a:r>
              <a:rPr lang="ko-KR" altLang="en-US" sz="2000" dirty="0" smtClean="0"/>
              <a:t>검사하여 </a:t>
            </a:r>
            <a:r>
              <a:rPr lang="en-US" altLang="ko-KR" sz="2000" dirty="0"/>
              <a:t>3n+1 </a:t>
            </a:r>
            <a:r>
              <a:rPr lang="ko-KR" altLang="en-US" sz="2000" dirty="0"/>
              <a:t>또는 </a:t>
            </a:r>
            <a:r>
              <a:rPr lang="en-US" altLang="ko-KR" sz="2000" dirty="0"/>
              <a:t>n/2</a:t>
            </a:r>
            <a:r>
              <a:rPr lang="ko-KR" altLang="en-US" sz="2000" dirty="0"/>
              <a:t>를 계산해주면 된다</a:t>
            </a:r>
            <a:r>
              <a:rPr lang="en-US" altLang="ko-KR" sz="2000" dirty="0" smtClean="0"/>
              <a:t>. </a:t>
            </a:r>
            <a:r>
              <a:rPr lang="ko-KR" altLang="en-US" sz="2000" dirty="0"/>
              <a:t>또는 문제의 규칙을 감안하여 다음과 같이 할 수도 있다</a:t>
            </a:r>
            <a:r>
              <a:rPr lang="en-US" altLang="ko-KR" sz="2000" dirty="0"/>
              <a:t>. </a:t>
            </a:r>
            <a:r>
              <a:rPr lang="ko-KR" altLang="en-US" sz="2000" dirty="0"/>
              <a:t>홀수 </a:t>
            </a:r>
            <a:r>
              <a:rPr lang="en-US" altLang="ko-KR" sz="2000" dirty="0"/>
              <a:t>n</a:t>
            </a:r>
            <a:r>
              <a:rPr lang="ko-KR" altLang="en-US" sz="2000" dirty="0"/>
              <a:t>에 대해서는 </a:t>
            </a:r>
            <a:r>
              <a:rPr lang="en-US" altLang="ko-KR" sz="2000" dirty="0"/>
              <a:t>3n+1</a:t>
            </a:r>
            <a:r>
              <a:rPr lang="ko-KR" altLang="en-US" sz="2000" dirty="0" smtClean="0"/>
              <a:t>을 계산한 </a:t>
            </a:r>
            <a:r>
              <a:rPr lang="ko-KR" altLang="en-US" sz="2000" dirty="0"/>
              <a:t>결과는 언제나 짝수가 되므로</a:t>
            </a:r>
            <a:r>
              <a:rPr lang="en-US" altLang="ko-KR" sz="2000" dirty="0"/>
              <a:t>, </a:t>
            </a:r>
            <a:r>
              <a:rPr lang="ko-KR" altLang="en-US" sz="2000" dirty="0"/>
              <a:t>연산 과정은 언제나 다음과 같은 형태가 된다</a:t>
            </a:r>
            <a:r>
              <a:rPr lang="en-US" altLang="ko-KR" sz="2000" dirty="0"/>
              <a:t>.</a:t>
            </a:r>
          </a:p>
          <a:p>
            <a:pPr marL="457200" lvl="1" indent="0">
              <a:buNone/>
            </a:pPr>
            <a:r>
              <a:rPr lang="en-US" altLang="ko-KR" sz="1200" dirty="0" smtClean="0"/>
              <a:t> </a:t>
            </a:r>
            <a:r>
              <a:rPr lang="en-US" altLang="ko-KR" sz="1200" dirty="0"/>
              <a:t>...</a:t>
            </a:r>
          </a:p>
          <a:p>
            <a:pPr marL="457200" lvl="1" indent="0">
              <a:buNone/>
            </a:pPr>
            <a:r>
              <a:rPr lang="en-US" altLang="ko-KR" sz="1200" dirty="0"/>
              <a:t> [3n+1 </a:t>
            </a:r>
            <a:r>
              <a:rPr lang="ko-KR" altLang="en-US" sz="1200" dirty="0"/>
              <a:t>계산</a:t>
            </a:r>
            <a:r>
              <a:rPr lang="en-US" altLang="ko-KR" sz="1200" dirty="0"/>
              <a:t>] 1</a:t>
            </a:r>
            <a:r>
              <a:rPr lang="ko-KR" altLang="en-US" sz="1200" dirty="0"/>
              <a:t>번</a:t>
            </a:r>
          </a:p>
          <a:p>
            <a:pPr marL="457200" lvl="1" indent="0">
              <a:buNone/>
            </a:pPr>
            <a:r>
              <a:rPr lang="ko-KR" altLang="en-US" sz="1200" dirty="0"/>
              <a:t> </a:t>
            </a:r>
            <a:r>
              <a:rPr lang="en-US" altLang="ko-KR" sz="1200" dirty="0"/>
              <a:t>[2</a:t>
            </a:r>
            <a:r>
              <a:rPr lang="ko-KR" altLang="en-US" sz="1200" dirty="0"/>
              <a:t>로 나누기</a:t>
            </a:r>
            <a:r>
              <a:rPr lang="en-US" altLang="ko-KR" sz="1200" dirty="0"/>
              <a:t>] 1</a:t>
            </a:r>
            <a:r>
              <a:rPr lang="ko-KR" altLang="en-US" sz="1200" dirty="0"/>
              <a:t>번 이상 반복</a:t>
            </a:r>
          </a:p>
          <a:p>
            <a:pPr marL="457200" lvl="1" indent="0">
              <a:buNone/>
            </a:pPr>
            <a:r>
              <a:rPr lang="ko-KR" altLang="en-US" sz="1200" dirty="0"/>
              <a:t> </a:t>
            </a:r>
            <a:r>
              <a:rPr lang="en-US" altLang="ko-KR" sz="1200" dirty="0"/>
              <a:t>[3n+1 </a:t>
            </a:r>
            <a:r>
              <a:rPr lang="ko-KR" altLang="en-US" sz="1200" dirty="0"/>
              <a:t>계산</a:t>
            </a:r>
            <a:r>
              <a:rPr lang="en-US" altLang="ko-KR" sz="1200" dirty="0"/>
              <a:t>] 1</a:t>
            </a:r>
            <a:r>
              <a:rPr lang="ko-KR" altLang="en-US" sz="1200" dirty="0"/>
              <a:t>번</a:t>
            </a:r>
          </a:p>
          <a:p>
            <a:pPr marL="457200" lvl="1" indent="0">
              <a:buNone/>
            </a:pPr>
            <a:r>
              <a:rPr lang="ko-KR" altLang="en-US" sz="1200" dirty="0"/>
              <a:t> </a:t>
            </a:r>
            <a:r>
              <a:rPr lang="en-US" altLang="ko-KR" sz="1200" dirty="0"/>
              <a:t>[2</a:t>
            </a:r>
            <a:r>
              <a:rPr lang="ko-KR" altLang="en-US" sz="1200" dirty="0"/>
              <a:t>로 나누기</a:t>
            </a:r>
            <a:r>
              <a:rPr lang="en-US" altLang="ko-KR" sz="1200" dirty="0"/>
              <a:t>] 1</a:t>
            </a:r>
            <a:r>
              <a:rPr lang="ko-KR" altLang="en-US" sz="1200" dirty="0"/>
              <a:t>번 이상 반복</a:t>
            </a:r>
          </a:p>
          <a:p>
            <a:pPr marL="457200" lvl="1" indent="0">
              <a:buNone/>
            </a:pPr>
            <a:r>
              <a:rPr lang="ko-KR" altLang="en-US" sz="1200" dirty="0"/>
              <a:t> </a:t>
            </a:r>
            <a:r>
              <a:rPr lang="en-US" altLang="ko-KR" sz="1200" dirty="0"/>
              <a:t>...</a:t>
            </a:r>
          </a:p>
          <a:p>
            <a:r>
              <a:rPr lang="ko-KR" altLang="en-US" sz="2000" dirty="0" smtClean="0"/>
              <a:t>따라서 </a:t>
            </a:r>
            <a:r>
              <a:rPr lang="ko-KR" altLang="en-US" sz="2000" dirty="0"/>
              <a:t>위의 과정에서 두 줄씩을 하나의 단위로 잡고 아래 코드와 같이 </a:t>
            </a:r>
            <a:r>
              <a:rPr lang="en-US" altLang="ko-KR" sz="2000" dirty="0"/>
              <a:t>while(j != 1)</a:t>
            </a:r>
            <a:r>
              <a:rPr lang="ko-KR" altLang="en-US" sz="2000" dirty="0"/>
              <a:t>문에 넣었다</a:t>
            </a:r>
            <a:r>
              <a:rPr lang="en-US" altLang="ko-KR" sz="2000" dirty="0"/>
              <a:t>(</a:t>
            </a:r>
            <a:r>
              <a:rPr lang="ko-KR" altLang="en-US" sz="2000" dirty="0"/>
              <a:t>결과적으로</a:t>
            </a:r>
            <a:r>
              <a:rPr lang="en-US" altLang="ko-KR" sz="2000" dirty="0"/>
              <a:t>, </a:t>
            </a:r>
            <a:r>
              <a:rPr lang="ko-KR" altLang="en-US" sz="2000" dirty="0"/>
              <a:t>홀수에 대해 </a:t>
            </a:r>
            <a:r>
              <a:rPr lang="en-US" altLang="ko-KR" sz="2000" dirty="0"/>
              <a:t>3n+1</a:t>
            </a:r>
            <a:r>
              <a:rPr lang="ko-KR" altLang="en-US" sz="2000" dirty="0"/>
              <a:t>을 계산하는 부분에서 </a:t>
            </a:r>
            <a:r>
              <a:rPr lang="en-US" altLang="ko-KR" sz="2000" dirty="0"/>
              <a:t>while</a:t>
            </a:r>
            <a:r>
              <a:rPr lang="ko-KR" altLang="en-US" sz="2000" dirty="0"/>
              <a:t>문을 </a:t>
            </a:r>
            <a:r>
              <a:rPr lang="en-US" altLang="ko-KR" sz="2000" dirty="0"/>
              <a:t>if</a:t>
            </a:r>
            <a:r>
              <a:rPr lang="ko-KR" altLang="en-US" sz="2000" dirty="0"/>
              <a:t>문으로 대체한 것이 됨</a:t>
            </a:r>
            <a:r>
              <a:rPr lang="en-US" altLang="ko-KR" sz="2000" dirty="0"/>
              <a:t>).</a:t>
            </a:r>
          </a:p>
          <a:p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37034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548680"/>
            <a:ext cx="7772400" cy="5691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/>
              <a:t>#include &lt;</a:t>
            </a:r>
            <a:r>
              <a:rPr lang="en-US" altLang="ko-KR" sz="1800" dirty="0" err="1"/>
              <a:t>stdio.h</a:t>
            </a:r>
            <a:r>
              <a:rPr lang="en-US" altLang="ko-KR" sz="1800" dirty="0"/>
              <a:t>&gt;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void main(void)</a:t>
            </a:r>
          </a:p>
          <a:p>
            <a:pPr marL="0" indent="0">
              <a:buNone/>
            </a:pPr>
            <a:r>
              <a:rPr lang="en-US" altLang="ko-KR" sz="1800" dirty="0"/>
              <a:t>{</a:t>
            </a:r>
          </a:p>
          <a:p>
            <a:pPr marL="0" indent="0">
              <a:buNone/>
            </a:pPr>
            <a:r>
              <a:rPr lang="en-US" altLang="ko-KR" sz="1800" dirty="0"/>
              <a:t>    long    </a:t>
            </a:r>
            <a:r>
              <a:rPr lang="en-US" altLang="ko-KR" sz="1800" dirty="0" err="1"/>
              <a:t>lbound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ubound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lbOrg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ubOrg</a:t>
            </a:r>
            <a:r>
              <a:rPr lang="en-US" altLang="ko-KR" sz="1800" dirty="0"/>
              <a:t>, temp;</a:t>
            </a:r>
          </a:p>
          <a:p>
            <a:pPr marL="0" indent="0">
              <a:buNone/>
            </a:pPr>
            <a:r>
              <a:rPr lang="en-US" altLang="ko-KR" sz="1800" dirty="0"/>
              <a:t>    long    </a:t>
            </a:r>
            <a:r>
              <a:rPr lang="en-US" altLang="ko-KR" sz="1800" dirty="0" err="1"/>
              <a:t>i</a:t>
            </a:r>
            <a:r>
              <a:rPr lang="en-US" altLang="ko-KR" sz="1800" dirty="0"/>
              <a:t>, j, length, </a:t>
            </a:r>
            <a:r>
              <a:rPr lang="en-US" altLang="ko-KR" sz="1800" dirty="0" err="1"/>
              <a:t>max_length</a:t>
            </a:r>
            <a:r>
              <a:rPr lang="en-US" altLang="ko-KR" sz="1800" dirty="0"/>
              <a:t>;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    while (</a:t>
            </a:r>
            <a:r>
              <a:rPr lang="en-US" altLang="ko-KR" sz="1800" dirty="0" err="1"/>
              <a:t>scanf</a:t>
            </a:r>
            <a:r>
              <a:rPr lang="en-US" altLang="ko-KR" sz="1800" dirty="0"/>
              <a:t>("%</a:t>
            </a:r>
            <a:r>
              <a:rPr lang="en-US" altLang="ko-KR" sz="1800" dirty="0" err="1"/>
              <a:t>ld</a:t>
            </a:r>
            <a:r>
              <a:rPr lang="en-US" altLang="ko-KR" sz="1800" dirty="0"/>
              <a:t> %</a:t>
            </a:r>
            <a:r>
              <a:rPr lang="en-US" altLang="ko-KR" sz="1800" dirty="0" err="1"/>
              <a:t>ld</a:t>
            </a:r>
            <a:r>
              <a:rPr lang="en-US" altLang="ko-KR" sz="1800" dirty="0"/>
              <a:t>", &amp;</a:t>
            </a:r>
            <a:r>
              <a:rPr lang="en-US" altLang="ko-KR" sz="1800" dirty="0" err="1"/>
              <a:t>lbound</a:t>
            </a:r>
            <a:r>
              <a:rPr lang="en-US" altLang="ko-KR" sz="1800" dirty="0"/>
              <a:t>, &amp;</a:t>
            </a:r>
            <a:r>
              <a:rPr lang="en-US" altLang="ko-KR" sz="1800" dirty="0" err="1"/>
              <a:t>ubound</a:t>
            </a:r>
            <a:r>
              <a:rPr lang="en-US" altLang="ko-KR" sz="1800" dirty="0"/>
              <a:t>) == 2) {</a:t>
            </a:r>
          </a:p>
          <a:p>
            <a:pPr marL="0" indent="0">
              <a:buNone/>
            </a:pPr>
            <a:r>
              <a:rPr lang="en-US" altLang="ko-KR" sz="1800" dirty="0"/>
              <a:t>        </a:t>
            </a:r>
            <a:r>
              <a:rPr lang="en-US" altLang="ko-KR" sz="1800" dirty="0" err="1"/>
              <a:t>lbOrg</a:t>
            </a:r>
            <a:r>
              <a:rPr lang="en-US" altLang="ko-KR" sz="1800" dirty="0"/>
              <a:t> = </a:t>
            </a:r>
            <a:r>
              <a:rPr lang="en-US" altLang="ko-KR" sz="1800" dirty="0" err="1"/>
              <a:t>lbound</a:t>
            </a:r>
            <a:r>
              <a:rPr lang="en-US" altLang="ko-KR" sz="1800" dirty="0"/>
              <a:t>;</a:t>
            </a:r>
          </a:p>
          <a:p>
            <a:pPr marL="0" indent="0">
              <a:buNone/>
            </a:pPr>
            <a:r>
              <a:rPr lang="en-US" altLang="ko-KR" sz="1800" dirty="0"/>
              <a:t>        </a:t>
            </a:r>
            <a:r>
              <a:rPr lang="en-US" altLang="ko-KR" sz="1800" dirty="0" err="1"/>
              <a:t>ubOrg</a:t>
            </a:r>
            <a:r>
              <a:rPr lang="en-US" altLang="ko-KR" sz="1800" dirty="0"/>
              <a:t> = </a:t>
            </a:r>
            <a:r>
              <a:rPr lang="en-US" altLang="ko-KR" sz="1800" dirty="0" err="1"/>
              <a:t>ubound</a:t>
            </a:r>
            <a:r>
              <a:rPr lang="en-US" altLang="ko-KR" sz="1800" dirty="0"/>
              <a:t>;</a:t>
            </a:r>
          </a:p>
          <a:p>
            <a:pPr marL="0" indent="0">
              <a:buNone/>
            </a:pPr>
            <a:r>
              <a:rPr lang="en-US" altLang="ko-KR" sz="1800" dirty="0"/>
              <a:t>        // </a:t>
            </a:r>
            <a:r>
              <a:rPr lang="ko-KR" altLang="en-US" sz="1800" dirty="0"/>
              <a:t>입력된 구간 값들 중 앞의 것이 더 크면 뒤바꿔준다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r>
              <a:rPr lang="en-US" altLang="ko-KR" sz="1800" dirty="0"/>
              <a:t>        if (</a:t>
            </a:r>
            <a:r>
              <a:rPr lang="en-US" altLang="ko-KR" sz="1800" dirty="0" err="1"/>
              <a:t>lbound</a:t>
            </a:r>
            <a:r>
              <a:rPr lang="en-US" altLang="ko-KR" sz="1800" dirty="0"/>
              <a:t> &gt; </a:t>
            </a:r>
            <a:r>
              <a:rPr lang="en-US" altLang="ko-KR" sz="1800" dirty="0" err="1"/>
              <a:t>ubound</a:t>
            </a:r>
            <a:r>
              <a:rPr lang="en-US" altLang="ko-KR" sz="1800" dirty="0"/>
              <a:t>) {</a:t>
            </a:r>
          </a:p>
          <a:p>
            <a:pPr marL="0" indent="0">
              <a:buNone/>
            </a:pPr>
            <a:r>
              <a:rPr lang="en-US" altLang="ko-KR" sz="1800" dirty="0"/>
              <a:t>            temp = </a:t>
            </a:r>
            <a:r>
              <a:rPr lang="en-US" altLang="ko-KR" sz="1800" dirty="0" err="1"/>
              <a:t>lbound</a:t>
            </a:r>
            <a:r>
              <a:rPr lang="en-US" altLang="ko-KR" sz="1800" dirty="0"/>
              <a:t>;</a:t>
            </a:r>
          </a:p>
          <a:p>
            <a:pPr marL="0" indent="0">
              <a:buNone/>
            </a:pPr>
            <a:r>
              <a:rPr lang="en-US" altLang="ko-KR" sz="1800" dirty="0"/>
              <a:t>            </a:t>
            </a:r>
            <a:r>
              <a:rPr lang="en-US" altLang="ko-KR" sz="1800" dirty="0" err="1"/>
              <a:t>lbound</a:t>
            </a:r>
            <a:r>
              <a:rPr lang="en-US" altLang="ko-KR" sz="1800" dirty="0"/>
              <a:t> = </a:t>
            </a:r>
            <a:r>
              <a:rPr lang="en-US" altLang="ko-KR" sz="1800" dirty="0" err="1"/>
              <a:t>ubound</a:t>
            </a:r>
            <a:r>
              <a:rPr lang="en-US" altLang="ko-KR" sz="1800" dirty="0"/>
              <a:t>;</a:t>
            </a:r>
          </a:p>
          <a:p>
            <a:pPr marL="0" indent="0">
              <a:buNone/>
            </a:pPr>
            <a:r>
              <a:rPr lang="en-US" altLang="ko-KR" sz="1800" dirty="0"/>
              <a:t>            </a:t>
            </a:r>
            <a:r>
              <a:rPr lang="en-US" altLang="ko-KR" sz="1800" dirty="0" err="1"/>
              <a:t>ubound</a:t>
            </a:r>
            <a:r>
              <a:rPr lang="en-US" altLang="ko-KR" sz="1800" dirty="0"/>
              <a:t> = temp;</a:t>
            </a:r>
          </a:p>
          <a:p>
            <a:pPr marL="0" indent="0">
              <a:buNone/>
            </a:pPr>
            <a:r>
              <a:rPr lang="en-US" altLang="ko-KR" sz="1800" dirty="0"/>
              <a:t>        }</a:t>
            </a:r>
          </a:p>
          <a:p>
            <a:pPr marL="0" indent="0">
              <a:buNone/>
            </a:pPr>
            <a:r>
              <a:rPr lang="en-US" altLang="ko-KR" sz="1800" dirty="0"/>
              <a:t>        </a:t>
            </a:r>
            <a:r>
              <a:rPr lang="en-US" altLang="ko-KR" sz="1800" dirty="0" err="1"/>
              <a:t>max_length</a:t>
            </a:r>
            <a:r>
              <a:rPr lang="en-US" altLang="ko-KR" sz="1800" dirty="0"/>
              <a:t> = 0</a:t>
            </a:r>
            <a:r>
              <a:rPr lang="en-US" altLang="ko-KR" sz="1800" dirty="0" smtClean="0"/>
              <a:t>;</a:t>
            </a:r>
            <a:endParaRPr lang="en-US" altLang="ko-KR" sz="18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426243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476672"/>
            <a:ext cx="7772400" cy="6309320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 smtClean="0"/>
              <a:t>       for </a:t>
            </a:r>
            <a:r>
              <a:rPr lang="en-US" altLang="ko-KR" sz="1800" dirty="0"/>
              <a:t>(</a:t>
            </a:r>
            <a:r>
              <a:rPr lang="en-US" altLang="ko-KR" sz="1800" dirty="0" err="1"/>
              <a:t>i</a:t>
            </a:r>
            <a:r>
              <a:rPr lang="en-US" altLang="ko-KR" sz="1800" dirty="0"/>
              <a:t> = </a:t>
            </a:r>
            <a:r>
              <a:rPr lang="en-US" altLang="ko-KR" sz="1800" dirty="0" err="1"/>
              <a:t>lbound</a:t>
            </a:r>
            <a:r>
              <a:rPr lang="en-US" altLang="ko-KR" sz="1800" dirty="0"/>
              <a:t>; </a:t>
            </a:r>
            <a:r>
              <a:rPr lang="en-US" altLang="ko-KR" sz="1800" dirty="0" err="1"/>
              <a:t>i</a:t>
            </a:r>
            <a:r>
              <a:rPr lang="en-US" altLang="ko-KR" sz="1800" dirty="0"/>
              <a:t> &lt;= </a:t>
            </a:r>
            <a:r>
              <a:rPr lang="en-US" altLang="ko-KR" sz="1800" dirty="0" err="1"/>
              <a:t>ubound</a:t>
            </a:r>
            <a:r>
              <a:rPr lang="en-US" altLang="ko-KR" sz="1800" dirty="0"/>
              <a:t>; </a:t>
            </a:r>
            <a:r>
              <a:rPr lang="en-US" altLang="ko-KR" sz="1800" dirty="0" err="1"/>
              <a:t>i</a:t>
            </a:r>
            <a:r>
              <a:rPr lang="en-US" altLang="ko-KR" sz="1800" dirty="0"/>
              <a:t>++) {</a:t>
            </a:r>
          </a:p>
          <a:p>
            <a:pPr marL="0" indent="0">
              <a:buNone/>
            </a:pPr>
            <a:r>
              <a:rPr lang="en-US" altLang="ko-KR" sz="1800" dirty="0"/>
              <a:t>            j = </a:t>
            </a:r>
            <a:r>
              <a:rPr lang="en-US" altLang="ko-KR" sz="1800" dirty="0" err="1"/>
              <a:t>i</a:t>
            </a:r>
            <a:r>
              <a:rPr lang="en-US" altLang="ko-KR" sz="1800" dirty="0"/>
              <a:t>;</a:t>
            </a:r>
          </a:p>
          <a:p>
            <a:pPr marL="0" indent="0">
              <a:buNone/>
            </a:pPr>
            <a:r>
              <a:rPr lang="en-US" altLang="ko-KR" sz="1800" dirty="0"/>
              <a:t>            length = 1;</a:t>
            </a:r>
          </a:p>
          <a:p>
            <a:pPr marL="0" indent="0">
              <a:buNone/>
            </a:pPr>
            <a:r>
              <a:rPr lang="en-US" altLang="ko-KR" sz="1800" dirty="0"/>
              <a:t>            while (j != 1) {</a:t>
            </a:r>
          </a:p>
          <a:p>
            <a:pPr marL="0" indent="0">
              <a:buNone/>
            </a:pPr>
            <a:r>
              <a:rPr lang="en-US" altLang="ko-KR" sz="1800" dirty="0"/>
              <a:t>                if (j &amp; 1) {</a:t>
            </a:r>
          </a:p>
          <a:p>
            <a:pPr marL="0" indent="0">
              <a:buNone/>
            </a:pPr>
            <a:r>
              <a:rPr lang="en-US" altLang="ko-KR" sz="1800" dirty="0"/>
              <a:t>                    j = j * 3 + 1;</a:t>
            </a:r>
          </a:p>
          <a:p>
            <a:pPr marL="0" indent="0">
              <a:buNone/>
            </a:pPr>
            <a:r>
              <a:rPr lang="en-US" altLang="ko-KR" sz="1800" dirty="0"/>
              <a:t>                    length++;</a:t>
            </a:r>
          </a:p>
          <a:p>
            <a:pPr marL="0" indent="0">
              <a:buNone/>
            </a:pPr>
            <a:r>
              <a:rPr lang="en-US" altLang="ko-KR" sz="1800" dirty="0"/>
              <a:t>                }</a:t>
            </a:r>
          </a:p>
          <a:p>
            <a:pPr marL="0" indent="0">
              <a:buNone/>
            </a:pPr>
            <a:r>
              <a:rPr lang="en-US" altLang="ko-KR" sz="1800" dirty="0"/>
              <a:t>                while (!(j &amp; 1)) {</a:t>
            </a:r>
          </a:p>
          <a:p>
            <a:pPr marL="0" indent="0">
              <a:buNone/>
            </a:pPr>
            <a:r>
              <a:rPr lang="en-US" altLang="ko-KR" sz="1800" dirty="0"/>
              <a:t>                    j &gt;&gt;= 1;</a:t>
            </a:r>
          </a:p>
          <a:p>
            <a:pPr marL="0" indent="0">
              <a:buNone/>
            </a:pPr>
            <a:r>
              <a:rPr lang="en-US" altLang="ko-KR" sz="1800" dirty="0"/>
              <a:t>                    length++;</a:t>
            </a:r>
          </a:p>
          <a:p>
            <a:pPr marL="0" indent="0">
              <a:buNone/>
            </a:pPr>
            <a:r>
              <a:rPr lang="en-US" altLang="ko-KR" sz="1800" dirty="0"/>
              <a:t>                }</a:t>
            </a:r>
          </a:p>
          <a:p>
            <a:pPr marL="0" indent="0">
              <a:buNone/>
            </a:pPr>
            <a:r>
              <a:rPr lang="en-US" altLang="ko-KR" sz="1800" dirty="0"/>
              <a:t>            }</a:t>
            </a:r>
          </a:p>
          <a:p>
            <a:pPr marL="0" indent="0">
              <a:buNone/>
            </a:pPr>
            <a:r>
              <a:rPr lang="en-US" altLang="ko-KR" sz="1800" dirty="0"/>
              <a:t>            if (length &gt; </a:t>
            </a:r>
            <a:r>
              <a:rPr lang="en-US" altLang="ko-KR" sz="1800" dirty="0" err="1"/>
              <a:t>max_length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en-US" altLang="ko-KR" sz="1800" dirty="0"/>
              <a:t>                </a:t>
            </a:r>
            <a:r>
              <a:rPr lang="en-US" altLang="ko-KR" sz="1800" dirty="0" err="1"/>
              <a:t>max_length</a:t>
            </a:r>
            <a:r>
              <a:rPr lang="en-US" altLang="ko-KR" sz="1800" dirty="0"/>
              <a:t> = length;</a:t>
            </a:r>
          </a:p>
          <a:p>
            <a:pPr marL="0" indent="0">
              <a:buNone/>
            </a:pPr>
            <a:r>
              <a:rPr lang="en-US" altLang="ko-KR" sz="1800" dirty="0"/>
              <a:t>        }</a:t>
            </a:r>
          </a:p>
          <a:p>
            <a:pPr marL="0" indent="0">
              <a:buNone/>
            </a:pPr>
            <a:r>
              <a:rPr lang="en-US" altLang="ko-KR" sz="1800" dirty="0"/>
              <a:t>        </a:t>
            </a:r>
            <a:r>
              <a:rPr lang="en-US" altLang="ko-KR" sz="1800" dirty="0" err="1"/>
              <a:t>printf</a:t>
            </a:r>
            <a:r>
              <a:rPr lang="en-US" altLang="ko-KR" sz="1800" dirty="0"/>
              <a:t>("%</a:t>
            </a:r>
            <a:r>
              <a:rPr lang="en-US" altLang="ko-KR" sz="1800" dirty="0" err="1"/>
              <a:t>ld</a:t>
            </a:r>
            <a:r>
              <a:rPr lang="en-US" altLang="ko-KR" sz="1800" dirty="0"/>
              <a:t> %</a:t>
            </a:r>
            <a:r>
              <a:rPr lang="en-US" altLang="ko-KR" sz="1800" dirty="0" err="1"/>
              <a:t>ld</a:t>
            </a:r>
            <a:r>
              <a:rPr lang="en-US" altLang="ko-KR" sz="1800" dirty="0"/>
              <a:t> %</a:t>
            </a:r>
            <a:r>
              <a:rPr lang="en-US" altLang="ko-KR" sz="1800" dirty="0" err="1"/>
              <a:t>ld</a:t>
            </a:r>
            <a:r>
              <a:rPr lang="en-US" altLang="ko-KR" sz="1800" dirty="0"/>
              <a:t>\n", </a:t>
            </a:r>
            <a:r>
              <a:rPr lang="en-US" altLang="ko-KR" sz="1800" dirty="0" err="1"/>
              <a:t>lbOrg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ubOrg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max_length</a:t>
            </a:r>
            <a:r>
              <a:rPr lang="en-US" altLang="ko-KR" sz="1800" dirty="0"/>
              <a:t>);</a:t>
            </a:r>
          </a:p>
          <a:p>
            <a:pPr marL="0" indent="0">
              <a:buNone/>
            </a:pPr>
            <a:r>
              <a:rPr lang="en-US" altLang="ko-KR" sz="1800" dirty="0"/>
              <a:t>    }</a:t>
            </a:r>
          </a:p>
          <a:p>
            <a:pPr marL="0" indent="0">
              <a:buNone/>
            </a:pPr>
            <a:r>
              <a:rPr lang="en-US" altLang="ko-KR" sz="1800" dirty="0"/>
              <a:t>}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402010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1</a:t>
            </a:r>
            <a:r>
              <a:rPr lang="ko-KR" altLang="en-US" dirty="0" smtClean="0"/>
              <a:t>주차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글자 세리기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2000" dirty="0"/>
              <a:t>입력 각 줄에 있는 단어 수와 </a:t>
            </a:r>
            <a:r>
              <a:rPr lang="en-US" altLang="ko-KR" sz="2000" dirty="0"/>
              <a:t>(</a:t>
            </a:r>
            <a:r>
              <a:rPr lang="ko-KR" altLang="en-US" sz="2000" dirty="0"/>
              <a:t>공백을 제외한</a:t>
            </a:r>
            <a:r>
              <a:rPr lang="en-US" altLang="ko-KR" sz="2000" dirty="0"/>
              <a:t>) </a:t>
            </a:r>
            <a:r>
              <a:rPr lang="ko-KR" altLang="en-US" sz="2000" dirty="0"/>
              <a:t>글자 수를 세어 출력하라</a:t>
            </a:r>
            <a:r>
              <a:rPr lang="en-US" altLang="ko-KR" sz="2000" dirty="0"/>
              <a:t>. </a:t>
            </a:r>
            <a:r>
              <a:rPr lang="ko-KR" altLang="en-US" sz="2000" dirty="0"/>
              <a:t>한 줄에는 공백 포함 최대 </a:t>
            </a:r>
            <a:r>
              <a:rPr lang="en-US" altLang="ko-KR" sz="2000" dirty="0"/>
              <a:t>1024</a:t>
            </a:r>
            <a:r>
              <a:rPr lang="ko-KR" altLang="en-US" sz="2000" dirty="0"/>
              <a:t>글자가 있고</a:t>
            </a:r>
            <a:r>
              <a:rPr lang="en-US" altLang="ko-KR" sz="2000" dirty="0"/>
              <a:t>, </a:t>
            </a:r>
            <a:r>
              <a:rPr lang="ko-KR" altLang="en-US" sz="2000" dirty="0"/>
              <a:t>단어는 공백으로 분리되어 있다</a:t>
            </a:r>
            <a:r>
              <a:rPr lang="en-US" altLang="ko-KR" sz="2000" dirty="0"/>
              <a:t>. </a:t>
            </a:r>
            <a:r>
              <a:rPr lang="ko-KR" altLang="en-US" sz="2000" dirty="0"/>
              <a:t>몇 줄이 들어올지는 미리 알 수 없으므로 </a:t>
            </a:r>
            <a:r>
              <a:rPr lang="en-US" altLang="ko-KR" sz="2000" dirty="0"/>
              <a:t>EOF</a:t>
            </a:r>
            <a:r>
              <a:rPr lang="ko-KR" altLang="en-US" sz="2000" dirty="0"/>
              <a:t>를 체크해야 한다</a:t>
            </a:r>
            <a:r>
              <a:rPr lang="en-US" altLang="ko-KR" sz="2000" dirty="0"/>
              <a:t>. </a:t>
            </a:r>
            <a:r>
              <a:rPr lang="ko-KR" altLang="en-US" sz="2000" dirty="0"/>
              <a:t>예를 들어 아래 예제처럼 </a:t>
            </a:r>
            <a:r>
              <a:rPr lang="en-US" altLang="ko-KR" sz="2000" dirty="0"/>
              <a:t>2</a:t>
            </a:r>
            <a:r>
              <a:rPr lang="ko-KR" altLang="en-US" sz="2000" dirty="0"/>
              <a:t>줄이 입력되면 </a:t>
            </a:r>
            <a:r>
              <a:rPr lang="en-US" altLang="ko-KR" sz="2000" dirty="0"/>
              <a:t>2</a:t>
            </a:r>
            <a:r>
              <a:rPr lang="ko-KR" altLang="en-US" sz="2000" dirty="0"/>
              <a:t>줄에 대해 각각 글자수와 </a:t>
            </a:r>
            <a:r>
              <a:rPr lang="ko-KR" altLang="en-US" sz="2000" dirty="0" smtClean="0"/>
              <a:t>단어 수를 두 번씩 </a:t>
            </a:r>
            <a:r>
              <a:rPr lang="ko-KR" altLang="en-US" sz="2000" dirty="0"/>
              <a:t>출력해야 한다</a:t>
            </a:r>
            <a:r>
              <a:rPr lang="en-US" altLang="ko-KR" sz="2000" dirty="0" smtClean="0"/>
              <a:t>.</a:t>
            </a:r>
          </a:p>
          <a:p>
            <a:endParaRPr lang="en-US" altLang="ko-KR" sz="2000" dirty="0" smtClean="0"/>
          </a:p>
          <a:p>
            <a:r>
              <a:rPr lang="ko-KR" altLang="en-US" sz="2000" dirty="0" smtClean="0"/>
              <a:t>입력</a:t>
            </a:r>
            <a:endParaRPr lang="ko-KR" altLang="en-US" sz="2000" dirty="0"/>
          </a:p>
          <a:p>
            <a:pPr marL="457200" lvl="1" indent="0">
              <a:buNone/>
            </a:pPr>
            <a:r>
              <a:rPr lang="en-US" altLang="ko-KR" sz="1600" dirty="0"/>
              <a:t>Hello world</a:t>
            </a:r>
          </a:p>
          <a:p>
            <a:pPr marL="457200" lvl="1" indent="0">
              <a:buNone/>
            </a:pPr>
            <a:r>
              <a:rPr lang="en-US" altLang="ko-KR" sz="1600" dirty="0"/>
              <a:t>a </a:t>
            </a:r>
            <a:r>
              <a:rPr lang="en-US" altLang="ko-KR" sz="1600" dirty="0" err="1"/>
              <a:t>bcd</a:t>
            </a:r>
            <a:r>
              <a:rPr lang="en-US" altLang="ko-KR" sz="1600" dirty="0"/>
              <a:t> E</a:t>
            </a:r>
          </a:p>
          <a:p>
            <a:endParaRPr lang="en-US" altLang="ko-KR" sz="2000" dirty="0"/>
          </a:p>
          <a:p>
            <a:r>
              <a:rPr lang="ko-KR" altLang="en-US" sz="2000" dirty="0"/>
              <a:t>출력</a:t>
            </a:r>
          </a:p>
          <a:p>
            <a:pPr marL="457200" lvl="1" indent="0">
              <a:buNone/>
            </a:pPr>
            <a:r>
              <a:rPr lang="en-US" altLang="ko-KR" sz="1600" dirty="0"/>
              <a:t>2 10</a:t>
            </a:r>
          </a:p>
          <a:p>
            <a:pPr marL="457200" lvl="1" indent="0">
              <a:buNone/>
            </a:pPr>
            <a:r>
              <a:rPr lang="en-US" altLang="ko-KR" sz="1600" dirty="0"/>
              <a:t>3 5</a:t>
            </a:r>
            <a:r>
              <a:rPr lang="ko-KR" altLang="en-US" sz="1600" dirty="0"/>
              <a:t/>
            </a:r>
            <a:br>
              <a:rPr lang="ko-KR" altLang="en-US" sz="1600" dirty="0"/>
            </a:br>
            <a:endParaRPr lang="en-US" altLang="ko-KR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639948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548680"/>
            <a:ext cx="7772400" cy="5691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400" dirty="0"/>
              <a:t>/* </a:t>
            </a:r>
            <a:r>
              <a:rPr lang="en-US" altLang="ko-KR" sz="1400" dirty="0" smtClean="0"/>
              <a:t>C - Solution </a:t>
            </a:r>
            <a:r>
              <a:rPr lang="en-US" altLang="ko-KR" sz="1400" dirty="0"/>
              <a:t>for week 1 problem 1 </a:t>
            </a:r>
            <a:r>
              <a:rPr lang="en-US" altLang="ko-KR" sz="1400" dirty="0" smtClean="0"/>
              <a:t>(original) */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#include &lt;</a:t>
            </a:r>
            <a:r>
              <a:rPr lang="en-US" altLang="ko-KR" sz="1400" dirty="0" err="1"/>
              <a:t>stdio.h</a:t>
            </a:r>
            <a:r>
              <a:rPr lang="en-US" altLang="ko-KR" sz="1400" dirty="0"/>
              <a:t>&gt;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#define BUFSIZE 1024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int</a:t>
            </a:r>
            <a:r>
              <a:rPr lang="en-US" altLang="ko-KR" sz="1400" dirty="0"/>
              <a:t> main(void)</a:t>
            </a:r>
          </a:p>
          <a:p>
            <a:pPr marL="0" indent="0">
              <a:buNone/>
            </a:pPr>
            <a:r>
              <a:rPr lang="en-US" altLang="ko-KR" sz="1400" dirty="0"/>
              <a:t>{</a:t>
            </a:r>
          </a:p>
          <a:p>
            <a:pPr marL="0" indent="0">
              <a:buNone/>
            </a:pPr>
            <a:r>
              <a:rPr lang="en-US" altLang="ko-KR" sz="1400" dirty="0"/>
              <a:t>    char line[BUFSIZE];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while (</a:t>
            </a:r>
            <a:r>
              <a:rPr lang="en-US" altLang="ko-KR" sz="1400" dirty="0" err="1"/>
              <a:t>fgets</a:t>
            </a:r>
            <a:r>
              <a:rPr lang="en-US" altLang="ko-KR" sz="1400" dirty="0"/>
              <a:t>(line, BUFSIZE, </a:t>
            </a:r>
            <a:r>
              <a:rPr lang="en-US" altLang="ko-KR" sz="1400" dirty="0" err="1"/>
              <a:t>stdin</a:t>
            </a:r>
            <a:r>
              <a:rPr lang="en-US" altLang="ko-KR" sz="1400" dirty="0"/>
              <a:t>) != NULL)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words = 1, letters = 0;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</a:t>
            </a:r>
          </a:p>
          <a:p>
            <a:pPr marL="0" indent="0">
              <a:buNone/>
            </a:pPr>
            <a:r>
              <a:rPr lang="en-US" altLang="ko-KR" sz="1400" dirty="0"/>
              <a:t>        while (line[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 != '\n') {</a:t>
            </a:r>
          </a:p>
          <a:p>
            <a:pPr marL="0" indent="0">
              <a:buNone/>
            </a:pPr>
            <a:r>
              <a:rPr lang="en-US" altLang="ko-KR" sz="1400" dirty="0"/>
              <a:t>            if (line[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 == ' ') words++;</a:t>
            </a:r>
          </a:p>
          <a:p>
            <a:pPr marL="0" indent="0">
              <a:buNone/>
            </a:pPr>
            <a:r>
              <a:rPr lang="en-US" altLang="ko-KR" sz="1400" dirty="0"/>
              <a:t>            else letters++;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printf</a:t>
            </a:r>
            <a:r>
              <a:rPr lang="en-US" altLang="ko-KR" sz="1400" dirty="0"/>
              <a:t>("%d %d\n", words, letters);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    return 0;</a:t>
            </a:r>
          </a:p>
          <a:p>
            <a:pPr marL="0" indent="0">
              <a:buNone/>
            </a:pPr>
            <a:r>
              <a:rPr lang="en-US" altLang="ko-KR" sz="1400" dirty="0" smtClean="0"/>
              <a:t>}</a:t>
            </a:r>
            <a:endParaRPr lang="en-US" altLang="ko-KR" sz="1400" dirty="0"/>
          </a:p>
          <a:p>
            <a:pPr marL="0" indent="0">
              <a:buNone/>
            </a:pPr>
            <a:endParaRPr lang="ko-KR" altLang="en-US" sz="14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4" name="TextBox 3"/>
          <p:cNvSpPr txBox="1"/>
          <p:nvPr/>
        </p:nvSpPr>
        <p:spPr>
          <a:xfrm>
            <a:off x="4788024" y="5445224"/>
            <a:ext cx="4248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단어 뒤에 공백이 나온 후 </a:t>
            </a:r>
            <a:r>
              <a:rPr lang="ko-KR" altLang="en-US" dirty="0" err="1" smtClean="0">
                <a:solidFill>
                  <a:srgbClr val="FF0000"/>
                </a:solidFill>
              </a:rPr>
              <a:t>줄바꿈이</a:t>
            </a:r>
            <a:r>
              <a:rPr lang="ko-KR" altLang="en-US" dirty="0" smtClean="0">
                <a:solidFill>
                  <a:srgbClr val="FF0000"/>
                </a:solidFill>
              </a:rPr>
              <a:t> 되면 단어 수가 잘 못 증가하는 문제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8738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548680"/>
            <a:ext cx="7772400" cy="5691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400" dirty="0"/>
              <a:t>/* C - Solution for week 1 problem </a:t>
            </a:r>
            <a:r>
              <a:rPr lang="en-US" altLang="ko-KR" sz="1400" dirty="0" smtClean="0"/>
              <a:t>1 (revised version) </a:t>
            </a:r>
            <a:r>
              <a:rPr lang="en-US" altLang="ko-KR" sz="1400" dirty="0"/>
              <a:t>*/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#include &lt;</a:t>
            </a:r>
            <a:r>
              <a:rPr lang="en-US" altLang="ko-KR" sz="1400" dirty="0" err="1"/>
              <a:t>stdio.h</a:t>
            </a:r>
            <a:r>
              <a:rPr lang="en-US" altLang="ko-KR" sz="1400" dirty="0"/>
              <a:t>&gt;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#define BUFSIZE 1024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int</a:t>
            </a:r>
            <a:r>
              <a:rPr lang="en-US" altLang="ko-KR" sz="1400" dirty="0"/>
              <a:t> main(void)</a:t>
            </a:r>
          </a:p>
          <a:p>
            <a:pPr marL="0" indent="0">
              <a:buNone/>
            </a:pPr>
            <a:r>
              <a:rPr lang="en-US" altLang="ko-KR" sz="1400" dirty="0"/>
              <a:t>{</a:t>
            </a:r>
          </a:p>
          <a:p>
            <a:pPr marL="0" indent="0">
              <a:buNone/>
            </a:pPr>
            <a:r>
              <a:rPr lang="en-US" altLang="ko-KR" sz="1400" dirty="0"/>
              <a:t>    char line[BUFSIZE];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while (</a:t>
            </a:r>
            <a:r>
              <a:rPr lang="en-US" altLang="ko-KR" sz="1400" dirty="0" err="1"/>
              <a:t>fgets</a:t>
            </a:r>
            <a:r>
              <a:rPr lang="en-US" altLang="ko-KR" sz="1400" dirty="0"/>
              <a:t>(line, BUFSIZE, </a:t>
            </a:r>
            <a:r>
              <a:rPr lang="en-US" altLang="ko-KR" sz="1400" dirty="0" err="1"/>
              <a:t>stdin</a:t>
            </a:r>
            <a:r>
              <a:rPr lang="en-US" altLang="ko-KR" sz="1400" dirty="0"/>
              <a:t>) != NULL)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words = 0, letters = 0;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</a:t>
            </a:r>
          </a:p>
          <a:p>
            <a:pPr marL="0" indent="0">
              <a:buNone/>
            </a:pPr>
            <a:r>
              <a:rPr lang="en-US" altLang="ko-KR" sz="1400" dirty="0"/>
              <a:t>        while (line[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 != '\n') {</a:t>
            </a:r>
          </a:p>
          <a:p>
            <a:pPr marL="0" indent="0">
              <a:buNone/>
            </a:pPr>
            <a:r>
              <a:rPr lang="en-US" altLang="ko-KR" sz="1400" dirty="0"/>
              <a:t>            if ((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== 0 &amp;&amp; line[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 != ' ') ||</a:t>
            </a:r>
          </a:p>
          <a:p>
            <a:pPr marL="0" indent="0">
              <a:buNone/>
            </a:pPr>
            <a:r>
              <a:rPr lang="en-US" altLang="ko-KR" sz="1400" dirty="0"/>
              <a:t>                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&gt; 0 &amp;&amp; line[i-1] == ' ' &amp;&amp; line[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 != ' '))</a:t>
            </a:r>
          </a:p>
          <a:p>
            <a:pPr marL="0" indent="0">
              <a:buNone/>
            </a:pPr>
            <a:r>
              <a:rPr lang="en-US" altLang="ko-KR" sz="1400" dirty="0"/>
              <a:t>                words++;</a:t>
            </a:r>
          </a:p>
          <a:p>
            <a:pPr marL="0" indent="0">
              <a:buNone/>
            </a:pPr>
            <a:r>
              <a:rPr lang="en-US" altLang="ko-KR" sz="1400" dirty="0"/>
              <a:t>            if (line[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 != ' ') letters++;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printf</a:t>
            </a:r>
            <a:r>
              <a:rPr lang="en-US" altLang="ko-KR" sz="1400" dirty="0"/>
              <a:t>("%d %d\n", words, letters);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    return 0;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sp>
        <p:nvSpPr>
          <p:cNvPr id="4" name="TextBox 3"/>
          <p:cNvSpPr txBox="1"/>
          <p:nvPr/>
        </p:nvSpPr>
        <p:spPr>
          <a:xfrm>
            <a:off x="4788024" y="5445224"/>
            <a:ext cx="4248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수정된 버전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6770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476672"/>
            <a:ext cx="7772400" cy="5619328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400" dirty="0"/>
              <a:t>/* </a:t>
            </a:r>
            <a:r>
              <a:rPr lang="en-US" altLang="ko-KR" sz="1400" dirty="0" smtClean="0"/>
              <a:t>C++ - Solution </a:t>
            </a:r>
            <a:r>
              <a:rPr lang="en-US" altLang="ko-KR" sz="1400" dirty="0"/>
              <a:t>for week 1 problem 1 */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#include &lt;</a:t>
            </a:r>
            <a:r>
              <a:rPr lang="en-US" altLang="ko-KR" sz="1400" dirty="0" err="1"/>
              <a:t>iostream</a:t>
            </a:r>
            <a:r>
              <a:rPr lang="en-US" altLang="ko-KR" sz="1400" dirty="0"/>
              <a:t>&gt;</a:t>
            </a:r>
          </a:p>
          <a:p>
            <a:pPr marL="0" indent="0">
              <a:buNone/>
            </a:pPr>
            <a:r>
              <a:rPr lang="en-US" altLang="ko-KR" sz="1400" dirty="0"/>
              <a:t>#include &lt;string&gt;</a:t>
            </a:r>
          </a:p>
          <a:p>
            <a:pPr marL="0" indent="0">
              <a:buNone/>
            </a:pPr>
            <a:r>
              <a:rPr lang="en-US" altLang="ko-KR" sz="1400" dirty="0"/>
              <a:t>using namespace </a:t>
            </a:r>
            <a:r>
              <a:rPr lang="en-US" altLang="ko-KR" sz="1400" dirty="0" err="1"/>
              <a:t>std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int</a:t>
            </a:r>
            <a:r>
              <a:rPr lang="en-US" altLang="ko-KR" sz="1400" dirty="0"/>
              <a:t> main(void)</a:t>
            </a:r>
          </a:p>
          <a:p>
            <a:pPr marL="0" indent="0">
              <a:buNone/>
            </a:pPr>
            <a:r>
              <a:rPr lang="en-US" altLang="ko-KR" sz="1400" dirty="0"/>
              <a:t>{</a:t>
            </a:r>
          </a:p>
          <a:p>
            <a:pPr marL="0" indent="0">
              <a:buNone/>
            </a:pPr>
            <a:r>
              <a:rPr lang="en-US" altLang="ko-KR" sz="1400" dirty="0"/>
              <a:t>    string line;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while (</a:t>
            </a:r>
            <a:r>
              <a:rPr lang="en-US" altLang="ko-KR" sz="1400" dirty="0" err="1"/>
              <a:t>getline</a:t>
            </a:r>
            <a:r>
              <a:rPr lang="en-US" altLang="ko-KR" sz="1400" dirty="0"/>
              <a:t>(</a:t>
            </a:r>
            <a:r>
              <a:rPr lang="en-US" altLang="ko-KR" sz="1400" dirty="0" err="1"/>
              <a:t>cin</a:t>
            </a:r>
            <a:r>
              <a:rPr lang="en-US" altLang="ko-KR" sz="1400" dirty="0"/>
              <a:t>, line))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words = 1, letters = 0;</a:t>
            </a:r>
          </a:p>
          <a:p>
            <a:pPr marL="0" indent="0">
              <a:buNone/>
            </a:pPr>
            <a:r>
              <a:rPr lang="en-US" altLang="ko-KR" sz="1400" dirty="0"/>
              <a:t>        for (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</a:t>
            </a:r>
            <a:r>
              <a:rPr lang="en-US" altLang="ko-KR" sz="1400" dirty="0" err="1"/>
              <a:t>line.length</a:t>
            </a:r>
            <a:r>
              <a:rPr lang="en-US" altLang="ko-KR" sz="1400" dirty="0"/>
              <a:t>();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</a:t>
            </a:r>
          </a:p>
          <a:p>
            <a:pPr marL="0" indent="0">
              <a:buNone/>
            </a:pPr>
            <a:r>
              <a:rPr lang="en-US" altLang="ko-KR" sz="1400" dirty="0"/>
              <a:t>            if (line[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 == ' ') words++;</a:t>
            </a:r>
          </a:p>
          <a:p>
            <a:pPr marL="0" indent="0">
              <a:buNone/>
            </a:pPr>
            <a:r>
              <a:rPr lang="en-US" altLang="ko-KR" sz="1400" dirty="0"/>
              <a:t>            else letters++;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cout</a:t>
            </a:r>
            <a:r>
              <a:rPr lang="en-US" altLang="ko-KR" sz="1400" dirty="0"/>
              <a:t> &lt;&lt; words &lt;&lt; " " &lt;&lt; letters &lt;&lt; </a:t>
            </a:r>
            <a:r>
              <a:rPr lang="en-US" altLang="ko-KR" sz="1400" dirty="0" err="1"/>
              <a:t>endl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    return 0;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ko-KR" altLang="en-US" sz="14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sp>
        <p:nvSpPr>
          <p:cNvPr id="4" name="TextBox 3"/>
          <p:cNvSpPr txBox="1"/>
          <p:nvPr/>
        </p:nvSpPr>
        <p:spPr>
          <a:xfrm>
            <a:off x="4788024" y="5445224"/>
            <a:ext cx="4248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단어 뒤에 공백이 나온 후 </a:t>
            </a:r>
            <a:r>
              <a:rPr lang="ko-KR" altLang="en-US" dirty="0" err="1" smtClean="0">
                <a:solidFill>
                  <a:srgbClr val="FF0000"/>
                </a:solidFill>
              </a:rPr>
              <a:t>줄바꿈이</a:t>
            </a:r>
            <a:r>
              <a:rPr lang="ko-KR" altLang="en-US" dirty="0" smtClean="0">
                <a:solidFill>
                  <a:srgbClr val="FF0000"/>
                </a:solidFill>
              </a:rPr>
              <a:t> 되면 단어 수가 잘 못 증가하는 문제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0863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476672"/>
            <a:ext cx="7772400" cy="5619328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400" dirty="0"/>
              <a:t>/* </a:t>
            </a:r>
            <a:r>
              <a:rPr lang="en-US" altLang="ko-KR" sz="1400" dirty="0" smtClean="0"/>
              <a:t>Java - Solution </a:t>
            </a:r>
            <a:r>
              <a:rPr lang="en-US" altLang="ko-KR" sz="1400" dirty="0"/>
              <a:t>for week 1 problem 1 */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java.util.Scanner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smtClean="0"/>
              <a:t>Main </a:t>
            </a:r>
            <a:r>
              <a:rPr lang="en-US" altLang="ko-KR" sz="1400" dirty="0"/>
              <a:t>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Scanner input = new Scanner(System.in);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while (</a:t>
            </a:r>
            <a:r>
              <a:rPr lang="en-US" altLang="ko-KR" sz="1400" dirty="0" err="1"/>
              <a:t>input.hasNextLine</a:t>
            </a:r>
            <a:r>
              <a:rPr lang="en-US" altLang="ko-KR" sz="1400" dirty="0"/>
              <a:t>()) {</a:t>
            </a:r>
          </a:p>
          <a:p>
            <a:pPr marL="0" indent="0">
              <a:buNone/>
            </a:pPr>
            <a:r>
              <a:rPr lang="en-US" altLang="ko-KR" sz="1400" dirty="0"/>
              <a:t>            String s = </a:t>
            </a:r>
            <a:r>
              <a:rPr lang="en-US" altLang="ko-KR" sz="1400" dirty="0" err="1"/>
              <a:t>input.nextLine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words = 1, letters = 0;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    for (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</a:t>
            </a:r>
            <a:r>
              <a:rPr lang="en-US" altLang="ko-KR" sz="1400" dirty="0" err="1"/>
              <a:t>s.length</a:t>
            </a:r>
            <a:r>
              <a:rPr lang="en-US" altLang="ko-KR" sz="1400" dirty="0"/>
              <a:t>();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</a:t>
            </a:r>
          </a:p>
          <a:p>
            <a:pPr marL="0" indent="0">
              <a:buNone/>
            </a:pPr>
            <a:r>
              <a:rPr lang="en-US" altLang="ko-KR" sz="1400" dirty="0"/>
              <a:t>                if (</a:t>
            </a:r>
            <a:r>
              <a:rPr lang="en-US" altLang="ko-KR" sz="1400" dirty="0" err="1"/>
              <a:t>s.charAt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) == ' ')</a:t>
            </a:r>
          </a:p>
          <a:p>
            <a:pPr marL="0" indent="0">
              <a:buNone/>
            </a:pPr>
            <a:r>
              <a:rPr lang="en-US" altLang="ko-KR" sz="1400" dirty="0"/>
              <a:t>                    words++;</a:t>
            </a:r>
          </a:p>
          <a:p>
            <a:pPr marL="0" indent="0">
              <a:buNone/>
            </a:pPr>
            <a:r>
              <a:rPr lang="en-US" altLang="ko-KR" sz="1400" dirty="0"/>
              <a:t>                else</a:t>
            </a:r>
          </a:p>
          <a:p>
            <a:pPr marL="0" indent="0">
              <a:buNone/>
            </a:pPr>
            <a:r>
              <a:rPr lang="en-US" altLang="ko-KR" sz="1400" dirty="0"/>
              <a:t>                    letters++;</a:t>
            </a:r>
          </a:p>
          <a:p>
            <a:pPr marL="0" indent="0">
              <a:buNone/>
            </a:pPr>
            <a:r>
              <a:rPr lang="en-US" altLang="ko-KR" sz="1400" dirty="0"/>
              <a:t>           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(words + " " + letters);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sp>
        <p:nvSpPr>
          <p:cNvPr id="4" name="TextBox 3"/>
          <p:cNvSpPr txBox="1"/>
          <p:nvPr/>
        </p:nvSpPr>
        <p:spPr>
          <a:xfrm>
            <a:off x="4788024" y="5445224"/>
            <a:ext cx="4248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단어 뒤에 공백이 나온 후 </a:t>
            </a:r>
            <a:r>
              <a:rPr lang="ko-KR" altLang="en-US" dirty="0" err="1" smtClean="0">
                <a:solidFill>
                  <a:srgbClr val="FF0000"/>
                </a:solidFill>
              </a:rPr>
              <a:t>줄바꿈이</a:t>
            </a:r>
            <a:r>
              <a:rPr lang="ko-KR" altLang="en-US" dirty="0" smtClean="0">
                <a:solidFill>
                  <a:srgbClr val="FF0000"/>
                </a:solidFill>
              </a:rPr>
              <a:t> 되면 단어 수가 잘 못 증가하는 문제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2533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1</a:t>
            </a:r>
            <a:r>
              <a:rPr lang="ko-KR" altLang="en-US" dirty="0" smtClean="0"/>
              <a:t>주차 </a:t>
            </a:r>
            <a:r>
              <a:rPr lang="en-US" altLang="ko-KR" dirty="0" smtClean="0"/>
              <a:t>– 10</a:t>
            </a:r>
            <a:r>
              <a:rPr lang="ko-KR" altLang="en-US" dirty="0" smtClean="0"/>
              <a:t>진수 대 </a:t>
            </a:r>
            <a:r>
              <a:rPr lang="en-US" altLang="ko-KR" dirty="0" smtClean="0"/>
              <a:t>16</a:t>
            </a:r>
            <a:r>
              <a:rPr lang="ko-KR" altLang="en-US" dirty="0" smtClean="0"/>
              <a:t>진수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ko-KR" sz="2000" dirty="0"/>
              <a:t>10</a:t>
            </a:r>
            <a:r>
              <a:rPr lang="ko-KR" altLang="en-US" sz="2000" dirty="0"/>
              <a:t>진수는 평범하게 표기하고</a:t>
            </a:r>
            <a:r>
              <a:rPr lang="en-US" altLang="ko-KR" sz="2000" dirty="0"/>
              <a:t>, 16</a:t>
            </a:r>
            <a:r>
              <a:rPr lang="ko-KR" altLang="en-US" sz="2000" dirty="0"/>
              <a:t>진수는 앞에 </a:t>
            </a:r>
            <a:r>
              <a:rPr lang="en-US" altLang="ko-KR" sz="2000" dirty="0"/>
              <a:t>0x</a:t>
            </a:r>
            <a:r>
              <a:rPr lang="ko-KR" altLang="en-US" sz="2000" dirty="0"/>
              <a:t>를 붙여서 표기한다</a:t>
            </a:r>
            <a:r>
              <a:rPr lang="en-US" altLang="ko-KR" sz="2000" dirty="0"/>
              <a:t>. </a:t>
            </a:r>
            <a:r>
              <a:rPr lang="ko-KR" altLang="en-US" sz="2000" dirty="0"/>
              <a:t>각 줄에는 </a:t>
            </a:r>
            <a:r>
              <a:rPr lang="en-US" altLang="ko-KR" sz="2000" dirty="0"/>
              <a:t>10</a:t>
            </a:r>
            <a:r>
              <a:rPr lang="ko-KR" altLang="en-US" sz="2000" dirty="0"/>
              <a:t>진수 혹은 </a:t>
            </a:r>
            <a:r>
              <a:rPr lang="en-US" altLang="ko-KR" sz="2000" dirty="0"/>
              <a:t>16</a:t>
            </a:r>
            <a:r>
              <a:rPr lang="ko-KR" altLang="en-US" sz="2000" dirty="0"/>
              <a:t>진수 숫자가 </a:t>
            </a:r>
            <a:r>
              <a:rPr lang="ko-KR" altLang="en-US" sz="2000" dirty="0" smtClean="0"/>
              <a:t>쓰여 </a:t>
            </a:r>
            <a:r>
              <a:rPr lang="ko-KR" altLang="en-US" sz="2000" dirty="0"/>
              <a:t>있다</a:t>
            </a:r>
            <a:r>
              <a:rPr lang="en-US" altLang="ko-KR" sz="2000" dirty="0"/>
              <a:t>. 10</a:t>
            </a:r>
            <a:r>
              <a:rPr lang="ko-KR" altLang="en-US" sz="2000" dirty="0"/>
              <a:t>진수는 </a:t>
            </a:r>
            <a:r>
              <a:rPr lang="en-US" altLang="ko-KR" sz="2000" dirty="0"/>
              <a:t>16</a:t>
            </a:r>
            <a:r>
              <a:rPr lang="ko-KR" altLang="en-US" sz="2000" dirty="0"/>
              <a:t>진수로 바꾸고</a:t>
            </a:r>
            <a:r>
              <a:rPr lang="en-US" altLang="ko-KR" sz="2000" dirty="0"/>
              <a:t>, 16</a:t>
            </a:r>
            <a:r>
              <a:rPr lang="ko-KR" altLang="en-US" sz="2000" dirty="0"/>
              <a:t>진수는 </a:t>
            </a:r>
            <a:r>
              <a:rPr lang="en-US" altLang="ko-KR" sz="2000" dirty="0"/>
              <a:t>10</a:t>
            </a:r>
            <a:r>
              <a:rPr lang="ko-KR" altLang="en-US" sz="2000" dirty="0"/>
              <a:t>진수로 바꾸라</a:t>
            </a:r>
            <a:r>
              <a:rPr lang="en-US" altLang="ko-KR" sz="2000" dirty="0"/>
              <a:t>. </a:t>
            </a:r>
            <a:r>
              <a:rPr lang="ko-KR" altLang="en-US" sz="2000" dirty="0"/>
              <a:t>모든 숫자는 양의 숫자이다 </a:t>
            </a:r>
            <a:r>
              <a:rPr lang="en-US" altLang="ko-KR" sz="2000" dirty="0"/>
              <a:t>(0</a:t>
            </a:r>
            <a:r>
              <a:rPr lang="ko-KR" altLang="en-US" sz="2000" dirty="0"/>
              <a:t>이나 음수 없음</a:t>
            </a:r>
            <a:r>
              <a:rPr lang="en-US" altLang="ko-KR" sz="2000" dirty="0"/>
              <a:t>).</a:t>
            </a:r>
            <a:r>
              <a:rPr lang="ko-KR" altLang="en-US" sz="2000" dirty="0"/>
              <a:t/>
            </a:r>
            <a:br>
              <a:rPr lang="ko-KR" altLang="en-US" sz="2000" dirty="0"/>
            </a:br>
            <a:r>
              <a:rPr lang="ko-KR" altLang="en-US" sz="2000" dirty="0"/>
              <a:t>*</a:t>
            </a:r>
            <a:r>
              <a:rPr lang="en-US" altLang="ko-KR" sz="2000" dirty="0"/>
              <a:t>16</a:t>
            </a:r>
            <a:r>
              <a:rPr lang="ko-KR" altLang="en-US" sz="2000" dirty="0"/>
              <a:t>진수에서 </a:t>
            </a:r>
            <a:r>
              <a:rPr lang="en-US" altLang="ko-KR" sz="2000" dirty="0"/>
              <a:t>ABCDE</a:t>
            </a:r>
            <a:r>
              <a:rPr lang="ko-KR" altLang="en-US" sz="2000" dirty="0"/>
              <a:t>는 모두 대문자로 입출력</a:t>
            </a:r>
            <a:r>
              <a:rPr lang="en-US" altLang="ko-KR" sz="2000" dirty="0" smtClean="0"/>
              <a:t>.</a:t>
            </a:r>
          </a:p>
          <a:p>
            <a:endParaRPr lang="en-US" altLang="ko-KR" sz="2000" dirty="0"/>
          </a:p>
          <a:p>
            <a:r>
              <a:rPr lang="ko-KR" altLang="en-US" sz="2000" dirty="0" smtClean="0"/>
              <a:t>입력</a:t>
            </a:r>
            <a:endParaRPr lang="ko-KR" altLang="en-US" sz="2000" dirty="0"/>
          </a:p>
          <a:p>
            <a:pPr marL="457200" lvl="1" indent="0">
              <a:buNone/>
            </a:pPr>
            <a:r>
              <a:rPr lang="en-US" altLang="ko-KR" sz="1600" dirty="0"/>
              <a:t>0x12</a:t>
            </a:r>
            <a:br>
              <a:rPr lang="en-US" altLang="ko-KR" sz="1600" dirty="0"/>
            </a:br>
            <a:r>
              <a:rPr lang="en-US" altLang="ko-KR" sz="1600" dirty="0" smtClean="0"/>
              <a:t>12</a:t>
            </a:r>
          </a:p>
          <a:p>
            <a:pPr marL="457200" lvl="1" indent="0">
              <a:buNone/>
            </a:pPr>
            <a:endParaRPr lang="en-US" altLang="ko-KR" sz="2000" dirty="0"/>
          </a:p>
          <a:p>
            <a:r>
              <a:rPr lang="ko-KR" altLang="en-US" sz="2000" dirty="0"/>
              <a:t>출력</a:t>
            </a:r>
          </a:p>
          <a:p>
            <a:pPr marL="457200" lvl="1" indent="0">
              <a:buNone/>
            </a:pPr>
            <a:r>
              <a:rPr lang="en-US" altLang="ko-KR" sz="1600" dirty="0"/>
              <a:t>18</a:t>
            </a:r>
            <a:br>
              <a:rPr lang="en-US" altLang="ko-KR" sz="1600" dirty="0"/>
            </a:br>
            <a:r>
              <a:rPr lang="en-US" altLang="ko-KR" sz="1600" dirty="0"/>
              <a:t>0xC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795878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476672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400" dirty="0"/>
              <a:t>/* </a:t>
            </a:r>
            <a:r>
              <a:rPr lang="en-US" altLang="ko-KR" sz="1400" dirty="0" smtClean="0"/>
              <a:t>C - Solution </a:t>
            </a:r>
            <a:r>
              <a:rPr lang="en-US" altLang="ko-KR" sz="1400" dirty="0"/>
              <a:t>for week 1 problem 2 */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#include &lt;</a:t>
            </a:r>
            <a:r>
              <a:rPr lang="en-US" altLang="ko-KR" sz="1400" dirty="0" err="1"/>
              <a:t>stdio.h</a:t>
            </a:r>
            <a:r>
              <a:rPr lang="en-US" altLang="ko-KR" sz="1400" dirty="0"/>
              <a:t>&gt;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#define BUFSIZE 1024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int</a:t>
            </a:r>
            <a:r>
              <a:rPr lang="en-US" altLang="ko-KR" sz="1400" dirty="0"/>
              <a:t> main(void)</a:t>
            </a:r>
          </a:p>
          <a:p>
            <a:pPr marL="0" indent="0">
              <a:buNone/>
            </a:pPr>
            <a:r>
              <a:rPr lang="en-US" altLang="ko-KR" sz="1400" dirty="0"/>
              <a:t>{</a:t>
            </a:r>
          </a:p>
          <a:p>
            <a:pPr marL="0" indent="0">
              <a:buNone/>
            </a:pPr>
            <a:r>
              <a:rPr lang="en-US" altLang="ko-KR" sz="1400" dirty="0"/>
              <a:t>    char line[BUFSIZE];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while (</a:t>
            </a:r>
            <a:r>
              <a:rPr lang="en-US" altLang="ko-KR" sz="1400" dirty="0" err="1"/>
              <a:t>fgets</a:t>
            </a:r>
            <a:r>
              <a:rPr lang="en-US" altLang="ko-KR" sz="1400" dirty="0"/>
              <a:t>(line, BUFSIZE, </a:t>
            </a:r>
            <a:r>
              <a:rPr lang="en-US" altLang="ko-KR" sz="1400" dirty="0" err="1"/>
              <a:t>stdin</a:t>
            </a:r>
            <a:r>
              <a:rPr lang="en-US" altLang="ko-KR" sz="1400" dirty="0"/>
              <a:t>) != NULL) {</a:t>
            </a:r>
          </a:p>
          <a:p>
            <a:pPr marL="0" indent="0">
              <a:buNone/>
            </a:pPr>
            <a:r>
              <a:rPr lang="en-US" altLang="ko-KR" sz="1400" dirty="0"/>
              <a:t>        if (line[0] == '0')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hex = 0;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sscanf</a:t>
            </a:r>
            <a:r>
              <a:rPr lang="en-US" altLang="ko-KR" sz="1400" dirty="0"/>
              <a:t>(line + 2, "%x", &amp;hex); // Skip first two characters ("0x")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printf</a:t>
            </a:r>
            <a:r>
              <a:rPr lang="en-US" altLang="ko-KR" sz="1400" dirty="0"/>
              <a:t>("%d\n", hex);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    else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dec</a:t>
            </a:r>
            <a:r>
              <a:rPr lang="en-US" altLang="ko-KR" sz="1400" dirty="0"/>
              <a:t> = 0;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sscanf</a:t>
            </a:r>
            <a:r>
              <a:rPr lang="en-US" altLang="ko-KR" sz="1400" dirty="0"/>
              <a:t>(line, "%d", &amp;</a:t>
            </a:r>
            <a:r>
              <a:rPr lang="en-US" altLang="ko-KR" sz="1400" dirty="0" err="1"/>
              <a:t>dec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printf</a:t>
            </a:r>
            <a:r>
              <a:rPr lang="en-US" altLang="ko-KR" sz="1400" dirty="0"/>
              <a:t>("0x%X\n", </a:t>
            </a:r>
            <a:r>
              <a:rPr lang="en-US" altLang="ko-KR" sz="1400" dirty="0" err="1"/>
              <a:t>dec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    return 0;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289949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400" dirty="0"/>
              <a:t>/* </a:t>
            </a:r>
            <a:r>
              <a:rPr lang="en-US" altLang="ko-KR" sz="1400" dirty="0" smtClean="0"/>
              <a:t>C++ - Solution </a:t>
            </a:r>
            <a:r>
              <a:rPr lang="en-US" altLang="ko-KR" sz="1400" dirty="0"/>
              <a:t>for week 1 problem 2 */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#include &lt;</a:t>
            </a:r>
            <a:r>
              <a:rPr lang="en-US" altLang="ko-KR" sz="1400" dirty="0" err="1"/>
              <a:t>iostream</a:t>
            </a:r>
            <a:r>
              <a:rPr lang="en-US" altLang="ko-KR" sz="1400" dirty="0"/>
              <a:t>&gt;</a:t>
            </a:r>
          </a:p>
          <a:p>
            <a:pPr marL="0" indent="0">
              <a:buNone/>
            </a:pPr>
            <a:r>
              <a:rPr lang="en-US" altLang="ko-KR" sz="1400" dirty="0"/>
              <a:t>#include &lt;</a:t>
            </a:r>
            <a:r>
              <a:rPr lang="en-US" altLang="ko-KR" sz="1400" dirty="0" err="1"/>
              <a:t>sstream</a:t>
            </a:r>
            <a:r>
              <a:rPr lang="en-US" altLang="ko-KR" sz="1400" dirty="0"/>
              <a:t>&gt;</a:t>
            </a:r>
          </a:p>
          <a:p>
            <a:pPr marL="0" indent="0">
              <a:buNone/>
            </a:pPr>
            <a:r>
              <a:rPr lang="en-US" altLang="ko-KR" sz="1400" dirty="0"/>
              <a:t>#include &lt;string&gt;</a:t>
            </a:r>
          </a:p>
          <a:p>
            <a:pPr marL="0" indent="0">
              <a:buNone/>
            </a:pPr>
            <a:r>
              <a:rPr lang="en-US" altLang="ko-KR" sz="1400" dirty="0"/>
              <a:t>using namespace </a:t>
            </a:r>
            <a:r>
              <a:rPr lang="en-US" altLang="ko-KR" sz="1400" dirty="0" err="1"/>
              <a:t>std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int</a:t>
            </a:r>
            <a:r>
              <a:rPr lang="en-US" altLang="ko-KR" sz="1400" dirty="0"/>
              <a:t> main(void)</a:t>
            </a:r>
          </a:p>
          <a:p>
            <a:pPr marL="0" indent="0">
              <a:buNone/>
            </a:pPr>
            <a:r>
              <a:rPr lang="en-US" altLang="ko-KR" sz="1400" dirty="0"/>
              <a:t>{</a:t>
            </a:r>
          </a:p>
          <a:p>
            <a:pPr marL="0" indent="0">
              <a:buNone/>
            </a:pPr>
            <a:r>
              <a:rPr lang="en-US" altLang="ko-KR" sz="1400" dirty="0"/>
              <a:t>    string line;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n;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while (</a:t>
            </a:r>
            <a:r>
              <a:rPr lang="en-US" altLang="ko-KR" sz="1400" dirty="0" err="1"/>
              <a:t>getline</a:t>
            </a:r>
            <a:r>
              <a:rPr lang="en-US" altLang="ko-KR" sz="1400" dirty="0"/>
              <a:t>(</a:t>
            </a:r>
            <a:r>
              <a:rPr lang="en-US" altLang="ko-KR" sz="1400" dirty="0" err="1"/>
              <a:t>cin</a:t>
            </a:r>
            <a:r>
              <a:rPr lang="en-US" altLang="ko-KR" sz="1400" dirty="0"/>
              <a:t>, line))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istringstream</a:t>
            </a:r>
            <a:r>
              <a:rPr lang="en-US" altLang="ko-KR" sz="1400" dirty="0"/>
              <a:t> </a:t>
            </a:r>
            <a:r>
              <a:rPr lang="en-US" altLang="ko-KR" sz="1400" dirty="0" err="1"/>
              <a:t>iss</a:t>
            </a:r>
            <a:r>
              <a:rPr lang="en-US" altLang="ko-KR" sz="1400" dirty="0"/>
              <a:t>(line);</a:t>
            </a:r>
          </a:p>
          <a:p>
            <a:pPr marL="0" indent="0">
              <a:buNone/>
            </a:pPr>
            <a:r>
              <a:rPr lang="en-US" altLang="ko-KR" sz="1400" dirty="0"/>
              <a:t>        if (line[0] == '0')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iss</a:t>
            </a:r>
            <a:r>
              <a:rPr lang="en-US" altLang="ko-KR" sz="1400" dirty="0"/>
              <a:t> &gt;&gt; hex &gt;&gt; n;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cout</a:t>
            </a:r>
            <a:r>
              <a:rPr lang="en-US" altLang="ko-KR" sz="1400" dirty="0"/>
              <a:t> &lt;&lt; n &lt;&lt; </a:t>
            </a:r>
            <a:r>
              <a:rPr lang="en-US" altLang="ko-KR" sz="1400" dirty="0" err="1"/>
              <a:t>endl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    else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iss</a:t>
            </a:r>
            <a:r>
              <a:rPr lang="en-US" altLang="ko-KR" sz="1400" dirty="0"/>
              <a:t> &gt;&gt; n;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cout</a:t>
            </a:r>
            <a:r>
              <a:rPr lang="en-US" altLang="ko-KR" sz="1400" dirty="0"/>
              <a:t> &lt;&lt; "0x";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cout</a:t>
            </a:r>
            <a:r>
              <a:rPr lang="en-US" altLang="ko-KR" sz="1400" dirty="0"/>
              <a:t> &lt;&lt; hex &lt;&lt; uppercase &lt;&lt; n &lt;&lt; </a:t>
            </a:r>
            <a:r>
              <a:rPr lang="en-US" altLang="ko-KR" sz="1400" dirty="0" err="1"/>
              <a:t>endl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    return 0;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180282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400" dirty="0"/>
              <a:t>/* </a:t>
            </a:r>
            <a:r>
              <a:rPr lang="en-US" altLang="ko-KR" sz="1400" dirty="0" smtClean="0"/>
              <a:t>Java - Solution </a:t>
            </a:r>
            <a:r>
              <a:rPr lang="en-US" altLang="ko-KR" sz="1400" dirty="0"/>
              <a:t>for week 1 problem 2 */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java.util.Scanner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smtClean="0"/>
              <a:t>Main </a:t>
            </a:r>
            <a:r>
              <a:rPr lang="en-US" altLang="ko-KR" sz="1400" dirty="0"/>
              <a:t>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Scanner input = new Scanner(System.in);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while (</a:t>
            </a:r>
            <a:r>
              <a:rPr lang="en-US" altLang="ko-KR" sz="1400" dirty="0" err="1"/>
              <a:t>input.hasNextLine</a:t>
            </a:r>
            <a:r>
              <a:rPr lang="en-US" altLang="ko-KR" sz="1400" dirty="0"/>
              <a:t>()) {</a:t>
            </a:r>
          </a:p>
          <a:p>
            <a:pPr marL="0" indent="0">
              <a:buNone/>
            </a:pPr>
            <a:r>
              <a:rPr lang="en-US" altLang="ko-KR" sz="1400" dirty="0"/>
              <a:t>            String s = </a:t>
            </a:r>
            <a:r>
              <a:rPr lang="en-US" altLang="ko-KR" sz="1400" dirty="0" err="1"/>
              <a:t>input.nextLine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            if (</a:t>
            </a:r>
            <a:r>
              <a:rPr lang="en-US" altLang="ko-KR" sz="1400" dirty="0" err="1"/>
              <a:t>s.charAt</a:t>
            </a:r>
            <a:r>
              <a:rPr lang="en-US" altLang="ko-KR" sz="1400" dirty="0"/>
              <a:t>(0) == '0') {</a:t>
            </a:r>
          </a:p>
          <a:p>
            <a:pPr marL="0" indent="0">
              <a:buNone/>
            </a:pPr>
            <a:r>
              <a:rPr lang="en-US" altLang="ko-KR" sz="1400" dirty="0"/>
              <a:t>                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hex = </a:t>
            </a:r>
            <a:r>
              <a:rPr lang="en-US" altLang="ko-KR" sz="1400" dirty="0" err="1"/>
              <a:t>Integer.parseInt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s.substring</a:t>
            </a:r>
            <a:r>
              <a:rPr lang="en-US" altLang="ko-KR" sz="1400" dirty="0"/>
              <a:t>(2), 16); // Skip two characters "0x"</a:t>
            </a:r>
          </a:p>
          <a:p>
            <a:pPr marL="0" indent="0">
              <a:buNone/>
            </a:pPr>
            <a:r>
              <a:rPr lang="en-US" altLang="ko-KR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(hex);</a:t>
            </a:r>
          </a:p>
          <a:p>
            <a:pPr marL="0" indent="0">
              <a:buNone/>
            </a:pPr>
            <a:r>
              <a:rPr lang="en-US" altLang="ko-KR" sz="1400" dirty="0"/>
              <a:t>            }</a:t>
            </a:r>
          </a:p>
          <a:p>
            <a:pPr marL="0" indent="0">
              <a:buNone/>
            </a:pPr>
            <a:r>
              <a:rPr lang="en-US" altLang="ko-KR" sz="1400" dirty="0"/>
              <a:t>            else {</a:t>
            </a:r>
          </a:p>
          <a:p>
            <a:pPr marL="0" indent="0">
              <a:buNone/>
            </a:pPr>
            <a:r>
              <a:rPr lang="en-US" altLang="ko-KR" sz="1400" dirty="0"/>
              <a:t>                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dec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Integer.parseInt</a:t>
            </a:r>
            <a:r>
              <a:rPr lang="en-US" altLang="ko-KR" sz="1400" dirty="0"/>
              <a:t>(s);</a:t>
            </a:r>
          </a:p>
          <a:p>
            <a:pPr marL="0" indent="0">
              <a:buNone/>
            </a:pPr>
            <a:r>
              <a:rPr lang="en-US" altLang="ko-KR" sz="1400" dirty="0"/>
              <a:t>                String </a:t>
            </a:r>
            <a:r>
              <a:rPr lang="en-US" altLang="ko-KR" sz="1400" dirty="0" err="1"/>
              <a:t>hs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Integer.toHexString</a:t>
            </a:r>
            <a:r>
              <a:rPr lang="en-US" altLang="ko-KR" sz="1400" dirty="0"/>
              <a:t>(</a:t>
            </a:r>
            <a:r>
              <a:rPr lang="en-US" altLang="ko-KR" sz="1400" dirty="0" err="1"/>
              <a:t>dec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r>
              <a:rPr lang="en-US" altLang="ko-KR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("0x" + </a:t>
            </a:r>
            <a:r>
              <a:rPr lang="en-US" altLang="ko-KR" sz="1400" dirty="0" err="1"/>
              <a:t>hs.toUpperCase</a:t>
            </a:r>
            <a:r>
              <a:rPr lang="en-US" altLang="ko-KR" sz="1400" dirty="0"/>
              <a:t>());</a:t>
            </a:r>
          </a:p>
          <a:p>
            <a:pPr marL="0" indent="0">
              <a:buNone/>
            </a:pPr>
            <a:r>
              <a:rPr lang="en-US" altLang="ko-KR" sz="1400" dirty="0"/>
              <a:t>            }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833959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1</a:t>
            </a:r>
            <a:r>
              <a:rPr lang="ko-KR" altLang="en-US" dirty="0" smtClean="0"/>
              <a:t>주차 </a:t>
            </a:r>
            <a:r>
              <a:rPr lang="en-US" altLang="ko-KR" dirty="0" smtClean="0"/>
              <a:t>– “3n+1 </a:t>
            </a:r>
            <a:r>
              <a:rPr lang="ko-KR" altLang="en-US" dirty="0" smtClean="0"/>
              <a:t>문제</a:t>
            </a:r>
            <a:r>
              <a:rPr lang="en-US" altLang="ko-KR" dirty="0" smtClean="0"/>
              <a:t>” </a:t>
            </a:r>
            <a:r>
              <a:rPr lang="ko-KR" altLang="en-US" dirty="0" smtClean="0"/>
              <a:t>변형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1800" b="1" dirty="0"/>
              <a:t>교과서 참조</a:t>
            </a:r>
            <a:r>
              <a:rPr lang="en-US" altLang="ko-KR" sz="1800" b="1" dirty="0"/>
              <a:t>: 1</a:t>
            </a:r>
            <a:r>
              <a:rPr lang="ko-KR" altLang="en-US" sz="1800" b="1" dirty="0"/>
              <a:t>번</a:t>
            </a:r>
            <a:r>
              <a:rPr lang="ko-KR" altLang="en-US" sz="1800" dirty="0"/>
              <a:t/>
            </a:r>
            <a:br>
              <a:rPr lang="ko-KR" altLang="en-US" sz="1800" dirty="0"/>
            </a:br>
            <a:r>
              <a:rPr lang="ko-KR" altLang="en-US" sz="1800" dirty="0"/>
              <a:t/>
            </a:r>
            <a:br>
              <a:rPr lang="ko-KR" altLang="en-US" sz="1800" dirty="0"/>
            </a:br>
            <a:r>
              <a:rPr lang="ko-KR" altLang="en-US" sz="1800" dirty="0"/>
              <a:t>짝수면 </a:t>
            </a:r>
            <a:r>
              <a:rPr lang="en-US" altLang="ko-KR" sz="1800" dirty="0"/>
              <a:t>2</a:t>
            </a:r>
            <a:r>
              <a:rPr lang="ko-KR" altLang="en-US" sz="1800" dirty="0"/>
              <a:t>로 나누고</a:t>
            </a:r>
            <a:r>
              <a:rPr lang="en-US" altLang="ko-KR" sz="1800" dirty="0"/>
              <a:t>, </a:t>
            </a:r>
            <a:r>
              <a:rPr lang="ko-KR" altLang="en-US" sz="1800" dirty="0"/>
              <a:t>홀수면 </a:t>
            </a:r>
            <a:r>
              <a:rPr lang="en-US" altLang="ko-KR" sz="1800" dirty="0"/>
              <a:t>3</a:t>
            </a:r>
            <a:r>
              <a:rPr lang="ko-KR" altLang="en-US" sz="1800" dirty="0"/>
              <a:t>을 곱한 다음 </a:t>
            </a:r>
            <a:r>
              <a:rPr lang="en-US" altLang="ko-KR" sz="1800" dirty="0"/>
              <a:t>1</a:t>
            </a:r>
            <a:r>
              <a:rPr lang="ko-KR" altLang="en-US" sz="1800" dirty="0"/>
              <a:t>을 더하는 방식으로 수열을 만들 수 있다</a:t>
            </a:r>
            <a:r>
              <a:rPr lang="en-US" altLang="ko-KR" sz="1800" dirty="0"/>
              <a:t>. </a:t>
            </a:r>
            <a:r>
              <a:rPr lang="ko-KR" altLang="en-US" sz="1800" dirty="0"/>
              <a:t>어떤 숫자로 시작하든지</a:t>
            </a:r>
            <a:r>
              <a:rPr lang="en-US" altLang="ko-KR" sz="1800" dirty="0"/>
              <a:t>, </a:t>
            </a:r>
            <a:r>
              <a:rPr lang="ko-KR" altLang="en-US" sz="1800" dirty="0"/>
              <a:t>이 수열에 언젠가는 </a:t>
            </a:r>
            <a:r>
              <a:rPr lang="en-US" altLang="ko-KR" sz="1800" dirty="0"/>
              <a:t>1</a:t>
            </a:r>
            <a:r>
              <a:rPr lang="ko-KR" altLang="en-US" sz="1800" dirty="0"/>
              <a:t>이 등장한다고 수학자들은 추측하고 있다</a:t>
            </a:r>
            <a:r>
              <a:rPr lang="en-US" altLang="ko-KR" sz="1800" dirty="0"/>
              <a:t>. </a:t>
            </a:r>
            <a:r>
              <a:rPr lang="ko-KR" altLang="en-US" sz="1800" dirty="0"/>
              <a:t>예를 들어 </a:t>
            </a:r>
            <a:r>
              <a:rPr lang="en-US" altLang="ko-KR" sz="1800" dirty="0"/>
              <a:t>n=22</a:t>
            </a:r>
            <a:r>
              <a:rPr lang="ko-KR" altLang="en-US" sz="1800" dirty="0"/>
              <a:t>라면</a:t>
            </a:r>
            <a:br>
              <a:rPr lang="ko-KR" altLang="en-US" sz="1800" dirty="0"/>
            </a:br>
            <a:r>
              <a:rPr lang="en-US" altLang="ko-KR" sz="1800" dirty="0"/>
              <a:t>22 11 34 17 52 26 13 40 20 10 5 16 8 4 2 1</a:t>
            </a:r>
            <a:r>
              <a:rPr lang="ko-KR" altLang="en-US" sz="1800" dirty="0"/>
              <a:t/>
            </a:r>
            <a:br>
              <a:rPr lang="ko-KR" altLang="en-US" sz="1800" dirty="0"/>
            </a:br>
            <a:r>
              <a:rPr lang="ko-KR" altLang="en-US" sz="1800" dirty="0"/>
              <a:t>이런 수열이 만들어진다</a:t>
            </a:r>
            <a:r>
              <a:rPr lang="en-US" altLang="ko-KR" sz="1800" dirty="0"/>
              <a:t>.</a:t>
            </a:r>
            <a:r>
              <a:rPr lang="ko-KR" altLang="en-US" sz="1800" dirty="0"/>
              <a:t/>
            </a:r>
            <a:br>
              <a:rPr lang="ko-KR" altLang="en-US" sz="1800" dirty="0"/>
            </a:br>
            <a:r>
              <a:rPr lang="ko-KR" altLang="en-US" sz="1800" dirty="0"/>
              <a:t/>
            </a:r>
            <a:br>
              <a:rPr lang="ko-KR" altLang="en-US" sz="1800" dirty="0"/>
            </a:br>
            <a:r>
              <a:rPr lang="ko-KR" altLang="en-US" sz="1800" dirty="0"/>
              <a:t>숫자 두 개가 있을 때</a:t>
            </a:r>
            <a:r>
              <a:rPr lang="en-US" altLang="ko-KR" sz="1800" dirty="0"/>
              <a:t>, </a:t>
            </a:r>
            <a:r>
              <a:rPr lang="ko-KR" altLang="en-US" sz="1800" dirty="0" smtClean="0"/>
              <a:t>첫 번째 </a:t>
            </a:r>
            <a:r>
              <a:rPr lang="ko-KR" altLang="en-US" sz="1800" dirty="0"/>
              <a:t>숫자로 시작한 수열에 두 번째 숫자가 포함되는지를 판단해 포함되면 </a:t>
            </a:r>
            <a:r>
              <a:rPr lang="en-US" altLang="ko-KR" sz="1800" dirty="0"/>
              <a:t>Y, </a:t>
            </a:r>
            <a:r>
              <a:rPr lang="ko-KR" altLang="en-US" sz="1800" dirty="0"/>
              <a:t>그렇지 않으면 </a:t>
            </a:r>
            <a:r>
              <a:rPr lang="en-US" altLang="ko-KR" sz="1800" dirty="0"/>
              <a:t>N</a:t>
            </a:r>
            <a:r>
              <a:rPr lang="ko-KR" altLang="en-US" sz="1800" dirty="0"/>
              <a:t>을 출력하라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 smtClean="0"/>
              <a:t>입력</a:t>
            </a:r>
            <a:endParaRPr lang="ko-KR" altLang="en-US" sz="1800" dirty="0"/>
          </a:p>
          <a:p>
            <a:pPr marL="457200" lvl="1" indent="0">
              <a:buNone/>
            </a:pPr>
            <a:r>
              <a:rPr lang="en-US" altLang="ko-KR" sz="1400" dirty="0"/>
              <a:t>22 13</a:t>
            </a:r>
            <a:r>
              <a:rPr lang="ko-KR" altLang="en-US" sz="1400" dirty="0"/>
              <a:t/>
            </a:r>
            <a:br>
              <a:rPr lang="ko-KR" altLang="en-US" sz="1400" dirty="0"/>
            </a:br>
            <a:r>
              <a:rPr lang="en-US" altLang="ko-KR" sz="1400" dirty="0"/>
              <a:t>5 3</a:t>
            </a:r>
            <a:endParaRPr lang="en-US" altLang="ko-KR" sz="1800" dirty="0"/>
          </a:p>
          <a:p>
            <a:r>
              <a:rPr lang="ko-KR" altLang="en-US" sz="1800" dirty="0"/>
              <a:t>출력</a:t>
            </a:r>
          </a:p>
          <a:p>
            <a:pPr marL="457200" lvl="1" indent="0">
              <a:buNone/>
            </a:pPr>
            <a:r>
              <a:rPr lang="en-US" altLang="ko-KR" sz="1400" dirty="0"/>
              <a:t>Y</a:t>
            </a:r>
            <a:br>
              <a:rPr lang="en-US" altLang="ko-KR" sz="1400" dirty="0"/>
            </a:br>
            <a:r>
              <a:rPr lang="en-US" altLang="ko-KR" sz="1400" dirty="0"/>
              <a:t>N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373858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400" dirty="0"/>
              <a:t>/* </a:t>
            </a:r>
            <a:r>
              <a:rPr lang="en-US" altLang="ko-KR" sz="1400" dirty="0" smtClean="0"/>
              <a:t>C - Solution </a:t>
            </a:r>
            <a:r>
              <a:rPr lang="en-US" altLang="ko-KR" sz="1400" dirty="0"/>
              <a:t>for week 1 problem 3 */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#include &lt;</a:t>
            </a:r>
            <a:r>
              <a:rPr lang="en-US" altLang="ko-KR" sz="1400" dirty="0" err="1"/>
              <a:t>stdio.h</a:t>
            </a:r>
            <a:r>
              <a:rPr lang="en-US" altLang="ko-KR" sz="1400" dirty="0"/>
              <a:t>&gt;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int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cyclehas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n, 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x)</a:t>
            </a:r>
          </a:p>
          <a:p>
            <a:pPr marL="0" indent="0">
              <a:buNone/>
            </a:pPr>
            <a:r>
              <a:rPr lang="en-US" altLang="ko-KR" sz="1400" dirty="0"/>
              <a:t>{</a:t>
            </a:r>
          </a:p>
          <a:p>
            <a:pPr marL="0" indent="0">
              <a:buNone/>
            </a:pPr>
            <a:r>
              <a:rPr lang="en-US" altLang="ko-KR" sz="1400" dirty="0"/>
              <a:t>    if (n == x) return 1;</a:t>
            </a:r>
          </a:p>
          <a:p>
            <a:pPr marL="0" indent="0">
              <a:buNone/>
            </a:pPr>
            <a:r>
              <a:rPr lang="en-US" altLang="ko-KR" sz="1400" dirty="0"/>
              <a:t>    while (n != 1) {</a:t>
            </a:r>
          </a:p>
          <a:p>
            <a:pPr marL="0" indent="0">
              <a:buNone/>
            </a:pPr>
            <a:r>
              <a:rPr lang="en-US" altLang="ko-KR" sz="1400" dirty="0"/>
              <a:t>        if (n % 2 == 0) n /= 2;</a:t>
            </a:r>
          </a:p>
          <a:p>
            <a:pPr marL="0" indent="0">
              <a:buNone/>
            </a:pPr>
            <a:r>
              <a:rPr lang="en-US" altLang="ko-KR" sz="1400" dirty="0"/>
              <a:t>        else n = 3*n + 1;</a:t>
            </a:r>
          </a:p>
          <a:p>
            <a:pPr marL="0" indent="0">
              <a:buNone/>
            </a:pPr>
            <a:r>
              <a:rPr lang="en-US" altLang="ko-KR" sz="1400" dirty="0"/>
              <a:t>        if (n == x) return 1;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    return 0;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int</a:t>
            </a:r>
            <a:r>
              <a:rPr lang="en-US" altLang="ko-KR" sz="1400" dirty="0"/>
              <a:t> main(void)</a:t>
            </a:r>
          </a:p>
          <a:p>
            <a:pPr marL="0" indent="0">
              <a:buNone/>
            </a:pPr>
            <a:r>
              <a:rPr lang="en-US" altLang="ko-KR" sz="1400" dirty="0"/>
              <a:t>{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n, x;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while (</a:t>
            </a:r>
            <a:r>
              <a:rPr lang="en-US" altLang="ko-KR" sz="1400" dirty="0" err="1"/>
              <a:t>scanf</a:t>
            </a:r>
            <a:r>
              <a:rPr lang="en-US" altLang="ko-KR" sz="1400" dirty="0"/>
              <a:t>("%d %d", &amp;n, &amp;x) == 2) {</a:t>
            </a:r>
          </a:p>
          <a:p>
            <a:pPr marL="0" indent="0">
              <a:buNone/>
            </a:pPr>
            <a:r>
              <a:rPr lang="en-US" altLang="ko-KR" sz="1400" dirty="0"/>
              <a:t>        if (</a:t>
            </a:r>
            <a:r>
              <a:rPr lang="en-US" altLang="ko-KR" sz="1400" dirty="0" err="1"/>
              <a:t>cyclehas</a:t>
            </a:r>
            <a:r>
              <a:rPr lang="en-US" altLang="ko-KR" sz="1400" dirty="0"/>
              <a:t>(n, x)) </a:t>
            </a:r>
            <a:r>
              <a:rPr lang="en-US" altLang="ko-KR" sz="1400" dirty="0" err="1"/>
              <a:t>printf</a:t>
            </a:r>
            <a:r>
              <a:rPr lang="en-US" altLang="ko-KR" sz="1400" dirty="0"/>
              <a:t>("Y\n");</a:t>
            </a:r>
          </a:p>
          <a:p>
            <a:pPr marL="0" indent="0">
              <a:buNone/>
            </a:pPr>
            <a:r>
              <a:rPr lang="en-US" altLang="ko-KR" sz="1400" dirty="0"/>
              <a:t>        else </a:t>
            </a:r>
            <a:r>
              <a:rPr lang="en-US" altLang="ko-KR" sz="1400" dirty="0" err="1"/>
              <a:t>printf</a:t>
            </a:r>
            <a:r>
              <a:rPr lang="en-US" altLang="ko-KR" sz="1400" dirty="0"/>
              <a:t>("N\n");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    return 0;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81910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400" dirty="0"/>
              <a:t>/* </a:t>
            </a:r>
            <a:r>
              <a:rPr lang="en-US" altLang="ko-KR" sz="1400" dirty="0" smtClean="0"/>
              <a:t>C++ - Solution </a:t>
            </a:r>
            <a:r>
              <a:rPr lang="en-US" altLang="ko-KR" sz="1400" dirty="0"/>
              <a:t>for week 1 problem 3 */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#include &lt;</a:t>
            </a:r>
            <a:r>
              <a:rPr lang="en-US" altLang="ko-KR" sz="1400" dirty="0" err="1"/>
              <a:t>iostream</a:t>
            </a:r>
            <a:r>
              <a:rPr lang="en-US" altLang="ko-KR" sz="1400" dirty="0"/>
              <a:t>&gt;</a:t>
            </a:r>
          </a:p>
          <a:p>
            <a:pPr marL="0" indent="0">
              <a:buNone/>
            </a:pPr>
            <a:r>
              <a:rPr lang="en-US" altLang="ko-KR" sz="1400" dirty="0"/>
              <a:t>using namespace </a:t>
            </a:r>
            <a:r>
              <a:rPr lang="en-US" altLang="ko-KR" sz="1400" dirty="0" err="1"/>
              <a:t>std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int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cyclehas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n, 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x)</a:t>
            </a:r>
          </a:p>
          <a:p>
            <a:pPr marL="0" indent="0">
              <a:buNone/>
            </a:pPr>
            <a:r>
              <a:rPr lang="en-US" altLang="ko-KR" sz="1400" dirty="0"/>
              <a:t>{</a:t>
            </a:r>
          </a:p>
          <a:p>
            <a:pPr marL="0" indent="0">
              <a:buNone/>
            </a:pPr>
            <a:r>
              <a:rPr lang="en-US" altLang="ko-KR" sz="1400" dirty="0"/>
              <a:t>    if (n == x) return 1;</a:t>
            </a:r>
          </a:p>
          <a:p>
            <a:pPr marL="0" indent="0">
              <a:buNone/>
            </a:pPr>
            <a:r>
              <a:rPr lang="en-US" altLang="ko-KR" sz="1400" dirty="0"/>
              <a:t>    while (n != 1) {</a:t>
            </a:r>
          </a:p>
          <a:p>
            <a:pPr marL="0" indent="0">
              <a:buNone/>
            </a:pPr>
            <a:r>
              <a:rPr lang="en-US" altLang="ko-KR" sz="1400" dirty="0"/>
              <a:t>        if (n % 2 == 0) n /= 2;</a:t>
            </a:r>
          </a:p>
          <a:p>
            <a:pPr marL="0" indent="0">
              <a:buNone/>
            </a:pPr>
            <a:r>
              <a:rPr lang="en-US" altLang="ko-KR" sz="1400" dirty="0"/>
              <a:t>        else n = 3*n + 1;</a:t>
            </a:r>
          </a:p>
          <a:p>
            <a:pPr marL="0" indent="0">
              <a:buNone/>
            </a:pPr>
            <a:r>
              <a:rPr lang="en-US" altLang="ko-KR" sz="1400" dirty="0"/>
              <a:t>        if (n == x) return 1;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    return 0;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int</a:t>
            </a:r>
            <a:r>
              <a:rPr lang="en-US" altLang="ko-KR" sz="1400" dirty="0"/>
              <a:t> main(void)</a:t>
            </a:r>
          </a:p>
          <a:p>
            <a:pPr marL="0" indent="0">
              <a:buNone/>
            </a:pPr>
            <a:r>
              <a:rPr lang="en-US" altLang="ko-KR" sz="1400" dirty="0"/>
              <a:t>{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n, x;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while (</a:t>
            </a:r>
            <a:r>
              <a:rPr lang="en-US" altLang="ko-KR" sz="1400" dirty="0" err="1"/>
              <a:t>cin</a:t>
            </a:r>
            <a:r>
              <a:rPr lang="en-US" altLang="ko-KR" sz="1400" dirty="0"/>
              <a:t> &gt;&gt; n &gt;&gt; x) {</a:t>
            </a:r>
          </a:p>
          <a:p>
            <a:pPr marL="0" indent="0">
              <a:buNone/>
            </a:pPr>
            <a:r>
              <a:rPr lang="en-US" altLang="ko-KR" sz="1400" dirty="0"/>
              <a:t>        if (</a:t>
            </a:r>
            <a:r>
              <a:rPr lang="en-US" altLang="ko-KR" sz="1400" dirty="0" err="1"/>
              <a:t>cyclehas</a:t>
            </a:r>
            <a:r>
              <a:rPr lang="en-US" altLang="ko-KR" sz="1400" dirty="0"/>
              <a:t>(n, x)) </a:t>
            </a:r>
            <a:r>
              <a:rPr lang="en-US" altLang="ko-KR" sz="1400" dirty="0" err="1"/>
              <a:t>cout</a:t>
            </a:r>
            <a:r>
              <a:rPr lang="en-US" altLang="ko-KR" sz="1400" dirty="0"/>
              <a:t> &lt;&lt; "Y" &lt;&lt; </a:t>
            </a:r>
            <a:r>
              <a:rPr lang="en-US" altLang="ko-KR" sz="1400" dirty="0" err="1"/>
              <a:t>endl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        else </a:t>
            </a:r>
            <a:r>
              <a:rPr lang="en-US" altLang="ko-KR" sz="1400" dirty="0" err="1"/>
              <a:t>cout</a:t>
            </a:r>
            <a:r>
              <a:rPr lang="en-US" altLang="ko-KR" sz="1400" dirty="0"/>
              <a:t> &lt;&lt; "N" &lt;&lt; </a:t>
            </a:r>
            <a:r>
              <a:rPr lang="en-US" altLang="ko-KR" sz="1400" dirty="0" err="1"/>
              <a:t>endl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    return 0;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805724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400" dirty="0"/>
              <a:t>/* </a:t>
            </a:r>
            <a:r>
              <a:rPr lang="en-US" altLang="ko-KR" sz="1400" dirty="0" smtClean="0"/>
              <a:t>Java - Solution </a:t>
            </a:r>
            <a:r>
              <a:rPr lang="en-US" altLang="ko-KR" sz="1400" dirty="0"/>
              <a:t>for week 1 problem 3 */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java.util.Scanner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 smtClean="0"/>
              <a:t>public </a:t>
            </a:r>
            <a:r>
              <a:rPr lang="en-US" altLang="ko-KR" sz="1400" dirty="0"/>
              <a:t>class </a:t>
            </a:r>
            <a:r>
              <a:rPr lang="en-US" altLang="ko-KR" sz="1400" dirty="0" smtClean="0"/>
              <a:t>Main </a:t>
            </a:r>
            <a:r>
              <a:rPr lang="en-US" altLang="ko-KR" sz="1400" dirty="0"/>
              <a:t>{</a:t>
            </a:r>
          </a:p>
          <a:p>
            <a:pPr marL="0" indent="0">
              <a:buNone/>
            </a:pPr>
            <a:r>
              <a:rPr lang="en-US" altLang="ko-KR" sz="1400" dirty="0"/>
              <a:t>    private static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cycleHas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n, 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x) {</a:t>
            </a:r>
          </a:p>
          <a:p>
            <a:pPr marL="0" indent="0">
              <a:buNone/>
            </a:pPr>
            <a:r>
              <a:rPr lang="en-US" altLang="ko-KR" sz="1400" dirty="0"/>
              <a:t>        if (n == x) return true;</a:t>
            </a:r>
          </a:p>
          <a:p>
            <a:pPr marL="0" indent="0">
              <a:buNone/>
            </a:pPr>
            <a:r>
              <a:rPr lang="en-US" altLang="ko-KR" sz="1400" dirty="0"/>
              <a:t>        while (n != 1) {</a:t>
            </a:r>
          </a:p>
          <a:p>
            <a:pPr marL="0" indent="0">
              <a:buNone/>
            </a:pPr>
            <a:r>
              <a:rPr lang="en-US" altLang="ko-KR" sz="1400" dirty="0"/>
              <a:t>            if (n % 2 == 0) n /= 2;</a:t>
            </a:r>
          </a:p>
          <a:p>
            <a:pPr marL="0" indent="0">
              <a:buNone/>
            </a:pPr>
            <a:r>
              <a:rPr lang="en-US" altLang="ko-KR" sz="1400" dirty="0"/>
              <a:t>            else n = 3*n + 1;</a:t>
            </a:r>
          </a:p>
          <a:p>
            <a:pPr marL="0" indent="0">
              <a:buNone/>
            </a:pPr>
            <a:r>
              <a:rPr lang="en-US" altLang="ko-KR" sz="1400" dirty="0"/>
              <a:t>            if (n == x) return true;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    return false;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Scanner s = new Scanner(System.in);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while (</a:t>
            </a:r>
            <a:r>
              <a:rPr lang="en-US" altLang="ko-KR" sz="1400" dirty="0" err="1"/>
              <a:t>s.hasNextInt</a:t>
            </a:r>
            <a:r>
              <a:rPr lang="en-US" altLang="ko-KR" sz="1400" dirty="0"/>
              <a:t>())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n = </a:t>
            </a:r>
            <a:r>
              <a:rPr lang="en-US" altLang="ko-KR" sz="1400" dirty="0" err="1"/>
              <a:t>s.nextInt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x = </a:t>
            </a:r>
            <a:r>
              <a:rPr lang="en-US" altLang="ko-KR" sz="1400" dirty="0" err="1"/>
              <a:t>s.nextInt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    if (</a:t>
            </a:r>
            <a:r>
              <a:rPr lang="en-US" altLang="ko-KR" sz="1400" dirty="0" err="1"/>
              <a:t>cycleHas</a:t>
            </a:r>
            <a:r>
              <a:rPr lang="en-US" altLang="ko-KR" sz="1400" dirty="0"/>
              <a:t>(n, x))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("Y");</a:t>
            </a:r>
          </a:p>
          <a:p>
            <a:pPr marL="0" indent="0">
              <a:buNone/>
            </a:pPr>
            <a:r>
              <a:rPr lang="en-US" altLang="ko-KR" sz="1400" dirty="0"/>
              <a:t>            else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("N");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120900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6155</TotalTime>
  <Words>2167</Words>
  <Application>Microsoft Office PowerPoint</Application>
  <PresentationFormat>화면 슬라이드 쇼(4:3)</PresentationFormat>
  <Paragraphs>412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굴림</vt:lpstr>
      <vt:lpstr>바탕</vt:lpstr>
      <vt:lpstr>기본 디자인</vt:lpstr>
      <vt:lpstr>제 1장 시작하면서</vt:lpstr>
      <vt:lpstr>주의 사항</vt:lpstr>
      <vt:lpstr>표준 입출력의 예</vt:lpstr>
      <vt:lpstr>PowerPoint 프레젠테이션</vt:lpstr>
      <vt:lpstr>문제 1 : 3n+1 문제 제 1장 p.39</vt:lpstr>
      <vt:lpstr>PowerPoint 프레젠테이션</vt:lpstr>
      <vt:lpstr>Solution</vt:lpstr>
      <vt:lpstr>PowerPoint 프레젠테이션</vt:lpstr>
      <vt:lpstr>PowerPoint 프레젠테이션</vt:lpstr>
      <vt:lpstr>1주차 – 글자 세리기</vt:lpstr>
      <vt:lpstr>PowerPoint 프레젠테이션</vt:lpstr>
      <vt:lpstr>PowerPoint 프레젠테이션</vt:lpstr>
      <vt:lpstr>PowerPoint 프레젠테이션</vt:lpstr>
      <vt:lpstr>PowerPoint 프레젠테이션</vt:lpstr>
      <vt:lpstr>1주차 – 10진수 대 16진수</vt:lpstr>
      <vt:lpstr>PowerPoint 프레젠테이션</vt:lpstr>
      <vt:lpstr>PowerPoint 프레젠테이션</vt:lpstr>
      <vt:lpstr>PowerPoint 프레젠테이션</vt:lpstr>
      <vt:lpstr>1주차 – “3n+1 문제” 변형</vt:lpstr>
      <vt:lpstr>PowerPoint 프레젠테이션</vt:lpstr>
      <vt:lpstr>PowerPoint 프레젠테이션</vt:lpstr>
      <vt:lpstr>PowerPoint 프레젠테이션</vt:lpstr>
    </vt:vector>
  </TitlesOfParts>
  <Company>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inje</dc:creator>
  <cp:lastModifiedBy>하 진영</cp:lastModifiedBy>
  <cp:revision>311</cp:revision>
  <dcterms:created xsi:type="dcterms:W3CDTF">2003-02-22T04:47:49Z</dcterms:created>
  <dcterms:modified xsi:type="dcterms:W3CDTF">2019-09-03T06:36:53Z</dcterms:modified>
</cp:coreProperties>
</file>